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6858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Fundo ilustrativo preparado a partir da referência Pura Vida fornecida. Conteúdo sobre nutrientes em geral; não representa indicação individual nem alegação de um SKU. Substituir a imagem pelo painel Seleção, mantendo esta camada abaixo dos textos e do degradê. Referências de apoio: NIH Office of Dietary Supplements, fichas Vitamin C, Vitamin D e Vitamin B12: https://ods.od.nih.gov/factsheets/VitaminC-Consumer/ ; https://ods.od.nih.gov/factsheets/VitaminD-Consumer/ ; https://ods.od.nih.gov/factsheets/VitaminB12-Consumer/ . No último card, configurar o link do WhatsApp na bio antes de publicar. O botão desta imagem não cria um link clicável no feed.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Fundo ilustrativo preparado a partir da referência Pura Vida fornecida. Conteúdo sobre nutrientes em geral; não representa indicação individual nem alegação de um SKU. Substituir a imagem pelo painel Seleção, mantendo esta camada abaixo dos textos e do degradê. Referências de apoio: NIH Office of Dietary Supplements, fichas Vitamin C, Vitamin D e Vitamin B12: https://ods.od.nih.gov/factsheets/VitaminC-Consumer/ ; https://ods.od.nih.gov/factsheets/VitaminD-Consumer/ ; https://ods.od.nih.gov/factsheets/VitaminB12-Consumer/ . No último card, configurar o link do WhatsApp na bio antes de publicar. O botão desta imagem não cria um link clicável no feed.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Fundo ilustrativo preparado a partir da referência Pura Vida fornecida. Conteúdo sobre nutrientes em geral; não representa indicação individual nem alegação de um SKU. Substituir a imagem pelo painel Seleção, mantendo esta camada abaixo dos textos e do degradê. Referências de apoio: NIH Office of Dietary Supplements, fichas Vitamin C, Vitamin D e Vitamin B12: https://ods.od.nih.gov/factsheets/VitaminC-Consumer/ ; https://ods.od.nih.gov/factsheets/VitaminD-Consumer/ ; https://ods.od.nih.gov/factsheets/VitaminB12-Consumer/ . No último card, configurar o link do WhatsApp na bio antes de publicar. O botão desta imagem não cria um link clicável no feed.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Fundo ilustrativo preparado a partir da referência Pura Vida fornecida. Conteúdo sobre nutrientes em geral; não representa indicação individual nem alegação de um SKU. Substituir a imagem pelo painel Seleção, mantendo esta camada abaixo dos textos e do degradê. Referências de apoio: NIH Office of Dietary Supplements, fichas Vitamin C, Vitamin D e Vitamin B12: https://ods.od.nih.gov/factsheets/VitaminC-Consumer/ ; https://ods.od.nih.gov/factsheets/VitaminD-Consumer/ ; https://ods.od.nih.gov/factsheets/VitaminB12-Consumer/ . No último card, configurar o link do WhatsApp na bio antes de publicar. O botão desta imagem não cria um link clicável no feed.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Fundo ilustrativo preparado a partir da referência Pura Vida fornecida. Conteúdo sobre nutrientes em geral; não representa indicação individual nem alegação de um SKU. Substituir a imagem pelo painel Seleção, mantendo esta camada abaixo dos textos e do degradê. Referências de apoio: NIH Office of Dietary Supplements, fichas Vitamin C, Vitamin D e Vitamin B12: https://ods.od.nih.gov/factsheets/VitaminC-Consumer/ ; https://ods.od.nih.gov/factsheets/VitaminD-Consumer/ ; https://ods.od.nih.gov/factsheets/VitaminB12-Consumer/ . No último card, configurar o link do WhatsApp na bio antes de publicar. O botão desta imagem não cria um link clicável no feed.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Fundo ilustrativo preparado a partir da referência Pura Vida fornecida. Conteúdo sobre nutrientes em geral; não representa indicação individual nem alegação de um SKU. Substituir a imagem pelo painel Seleção, mantendo esta camada abaixo dos textos e do degradê. Referências de apoio: NIH Office of Dietary Supplements, fichas Vitamin C, Vitamin D e Vitamin B12: https://ods.od.nih.gov/factsheets/VitaminC-Consumer/ ; https://ods.od.nih.gov/factsheets/VitaminD-Consumer/ ; https://ods.od.nih.gov/factsheets/VitaminB12-Consumer/ . No último card, configurar o link do WhatsApp na bio antes de publicar. O botão desta imagem não cria um link clicável no feed.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OTO DE FUNDO — SUBSTITUIR — CARD 01" descr="fundo-puravi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8572500"/>
          </a:xfrm>
          <a:prstGeom prst="rect">
            <a:avLst/>
          </a:prstGeom>
        </p:spPr>
      </p:pic>
      <p:sp>
        <p:nvSpPr>
          <p:cNvPr id="3" name="Contraste geral"/>
          <p:cNvSpPr/>
          <p:nvPr/>
        </p:nvSpPr>
        <p:spPr>
          <a:xfrm>
            <a:off x="0" y="0"/>
            <a:ext cx="6858000" cy="8572500"/>
          </a:xfrm>
          <a:prstGeom prst="rect">
            <a:avLst/>
          </a:prstGeom>
          <a:solidFill>
            <a:srgbClr val="00000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gradê de leitura"/>
          <p:cNvSpPr/>
          <p:nvPr/>
        </p:nvSpPr>
        <p:spPr>
          <a:xfrm>
            <a:off x="0" y="2468880"/>
            <a:ext cx="6858000" cy="62865"/>
          </a:xfrm>
          <a:prstGeom prst="rect">
            <a:avLst/>
          </a:prstGeom>
          <a:solidFill>
            <a:srgbClr val="000000">
              <a:alpha val="1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gradê de leitura"/>
          <p:cNvSpPr/>
          <p:nvPr/>
        </p:nvSpPr>
        <p:spPr>
          <a:xfrm>
            <a:off x="0" y="2529916"/>
            <a:ext cx="6858000" cy="62865"/>
          </a:xfrm>
          <a:prstGeom prst="rect">
            <a:avLst/>
          </a:prstGeom>
          <a:solidFill>
            <a:srgbClr val="000000">
              <a:alpha val="2079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gradê de leitura"/>
          <p:cNvSpPr/>
          <p:nvPr/>
        </p:nvSpPr>
        <p:spPr>
          <a:xfrm>
            <a:off x="0" y="2590952"/>
            <a:ext cx="6858000" cy="62865"/>
          </a:xfrm>
          <a:prstGeom prst="rect">
            <a:avLst/>
          </a:prstGeom>
          <a:solidFill>
            <a:srgbClr val="000000">
              <a:alpha val="241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gradê de leitura"/>
          <p:cNvSpPr/>
          <p:nvPr/>
        </p:nvSpPr>
        <p:spPr>
          <a:xfrm>
            <a:off x="0" y="2651988"/>
            <a:ext cx="6858000" cy="62865"/>
          </a:xfrm>
          <a:prstGeom prst="rect">
            <a:avLst/>
          </a:prstGeom>
          <a:solidFill>
            <a:srgbClr val="000000">
              <a:alpha val="267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gradê de leitura"/>
          <p:cNvSpPr/>
          <p:nvPr/>
        </p:nvSpPr>
        <p:spPr>
          <a:xfrm>
            <a:off x="0" y="2713024"/>
            <a:ext cx="6858000" cy="62865"/>
          </a:xfrm>
          <a:prstGeom prst="rect">
            <a:avLst/>
          </a:prstGeom>
          <a:solidFill>
            <a:srgbClr val="000000">
              <a:alpha val="2902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gradê de leitura"/>
          <p:cNvSpPr/>
          <p:nvPr/>
        </p:nvSpPr>
        <p:spPr>
          <a:xfrm>
            <a:off x="0" y="2774061"/>
            <a:ext cx="6858000" cy="62865"/>
          </a:xfrm>
          <a:prstGeom prst="rect">
            <a:avLst/>
          </a:prstGeom>
          <a:solidFill>
            <a:srgbClr val="000000">
              <a:alpha val="3099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gradê de leitura"/>
          <p:cNvSpPr/>
          <p:nvPr/>
        </p:nvSpPr>
        <p:spPr>
          <a:xfrm>
            <a:off x="0" y="2835097"/>
            <a:ext cx="6858000" cy="62865"/>
          </a:xfrm>
          <a:prstGeom prst="rect">
            <a:avLst/>
          </a:prstGeom>
          <a:solidFill>
            <a:srgbClr val="000000">
              <a:alpha val="327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gradê de leitura"/>
          <p:cNvSpPr/>
          <p:nvPr/>
        </p:nvSpPr>
        <p:spPr>
          <a:xfrm>
            <a:off x="0" y="2896133"/>
            <a:ext cx="6858000" cy="62865"/>
          </a:xfrm>
          <a:prstGeom prst="rect">
            <a:avLst/>
          </a:prstGeom>
          <a:solidFill>
            <a:srgbClr val="000000">
              <a:alpha val="344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egradê de leitura"/>
          <p:cNvSpPr/>
          <p:nvPr/>
        </p:nvSpPr>
        <p:spPr>
          <a:xfrm>
            <a:off x="0" y="2957169"/>
            <a:ext cx="6858000" cy="62865"/>
          </a:xfrm>
          <a:prstGeom prst="rect">
            <a:avLst/>
          </a:prstGeom>
          <a:solidFill>
            <a:srgbClr val="000000">
              <a:alpha val="3597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egradê de leitura"/>
          <p:cNvSpPr/>
          <p:nvPr/>
        </p:nvSpPr>
        <p:spPr>
          <a:xfrm>
            <a:off x="0" y="3018205"/>
            <a:ext cx="6858000" cy="62865"/>
          </a:xfrm>
          <a:prstGeom prst="rect">
            <a:avLst/>
          </a:prstGeom>
          <a:solidFill>
            <a:srgbClr val="000000">
              <a:alpha val="374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egradê de leitura"/>
          <p:cNvSpPr/>
          <p:nvPr/>
        </p:nvSpPr>
        <p:spPr>
          <a:xfrm>
            <a:off x="0" y="3079242"/>
            <a:ext cx="6858000" cy="62865"/>
          </a:xfrm>
          <a:prstGeom prst="rect">
            <a:avLst/>
          </a:prstGeom>
          <a:solidFill>
            <a:srgbClr val="000000">
              <a:alpha val="3880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egradê de leitura"/>
          <p:cNvSpPr/>
          <p:nvPr/>
        </p:nvSpPr>
        <p:spPr>
          <a:xfrm>
            <a:off x="0" y="3140278"/>
            <a:ext cx="6858000" cy="62865"/>
          </a:xfrm>
          <a:prstGeom prst="rect">
            <a:avLst/>
          </a:prstGeom>
          <a:solidFill>
            <a:srgbClr val="000000">
              <a:alpha val="4011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egradê de leitura"/>
          <p:cNvSpPr/>
          <p:nvPr/>
        </p:nvSpPr>
        <p:spPr>
          <a:xfrm>
            <a:off x="0" y="3201314"/>
            <a:ext cx="6858000" cy="62865"/>
          </a:xfrm>
          <a:prstGeom prst="rect">
            <a:avLst/>
          </a:prstGeom>
          <a:solidFill>
            <a:srgbClr val="000000">
              <a:alpha val="4137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egradê de leitura"/>
          <p:cNvSpPr/>
          <p:nvPr/>
        </p:nvSpPr>
        <p:spPr>
          <a:xfrm>
            <a:off x="0" y="3262350"/>
            <a:ext cx="6858000" cy="62865"/>
          </a:xfrm>
          <a:prstGeom prst="rect">
            <a:avLst/>
          </a:prstGeom>
          <a:solidFill>
            <a:srgbClr val="000000">
              <a:alpha val="425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egradê de leitura"/>
          <p:cNvSpPr/>
          <p:nvPr/>
        </p:nvSpPr>
        <p:spPr>
          <a:xfrm>
            <a:off x="0" y="3323386"/>
            <a:ext cx="6858000" cy="62865"/>
          </a:xfrm>
          <a:prstGeom prst="rect">
            <a:avLst/>
          </a:prstGeom>
          <a:solidFill>
            <a:srgbClr val="000000">
              <a:alpha val="4373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egradê de leitura"/>
          <p:cNvSpPr/>
          <p:nvPr/>
        </p:nvSpPr>
        <p:spPr>
          <a:xfrm>
            <a:off x="0" y="3384423"/>
            <a:ext cx="6858000" cy="62865"/>
          </a:xfrm>
          <a:prstGeom prst="rect">
            <a:avLst/>
          </a:prstGeom>
          <a:solidFill>
            <a:srgbClr val="000000">
              <a:alpha val="4486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egradê de leitura"/>
          <p:cNvSpPr/>
          <p:nvPr/>
        </p:nvSpPr>
        <p:spPr>
          <a:xfrm>
            <a:off x="0" y="3445459"/>
            <a:ext cx="6858000" cy="62865"/>
          </a:xfrm>
          <a:prstGeom prst="rect">
            <a:avLst/>
          </a:prstGeom>
          <a:solidFill>
            <a:srgbClr val="000000">
              <a:alpha val="4594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egradê de leitura"/>
          <p:cNvSpPr/>
          <p:nvPr/>
        </p:nvSpPr>
        <p:spPr>
          <a:xfrm>
            <a:off x="0" y="3506495"/>
            <a:ext cx="6858000" cy="62865"/>
          </a:xfrm>
          <a:prstGeom prst="rect">
            <a:avLst/>
          </a:prstGeom>
          <a:solidFill>
            <a:srgbClr val="000000">
              <a:alpha val="470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egradê de leitura"/>
          <p:cNvSpPr/>
          <p:nvPr/>
        </p:nvSpPr>
        <p:spPr>
          <a:xfrm>
            <a:off x="0" y="3567531"/>
            <a:ext cx="6858000" cy="62865"/>
          </a:xfrm>
          <a:prstGeom prst="rect">
            <a:avLst/>
          </a:prstGeom>
          <a:solidFill>
            <a:srgbClr val="000000">
              <a:alpha val="4802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egradê de leitura"/>
          <p:cNvSpPr/>
          <p:nvPr/>
        </p:nvSpPr>
        <p:spPr>
          <a:xfrm>
            <a:off x="0" y="3628567"/>
            <a:ext cx="6858000" cy="62865"/>
          </a:xfrm>
          <a:prstGeom prst="rect">
            <a:avLst/>
          </a:prstGeom>
          <a:solidFill>
            <a:srgbClr val="000000">
              <a:alpha val="490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egradê de leitura"/>
          <p:cNvSpPr/>
          <p:nvPr/>
        </p:nvSpPr>
        <p:spPr>
          <a:xfrm>
            <a:off x="0" y="3689604"/>
            <a:ext cx="6858000" cy="62865"/>
          </a:xfrm>
          <a:prstGeom prst="rect">
            <a:avLst/>
          </a:prstGeom>
          <a:solidFill>
            <a:srgbClr val="000000">
              <a:alpha val="5000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egradê de leitura"/>
          <p:cNvSpPr/>
          <p:nvPr/>
        </p:nvSpPr>
        <p:spPr>
          <a:xfrm>
            <a:off x="0" y="3750640"/>
            <a:ext cx="6858000" cy="62865"/>
          </a:xfrm>
          <a:prstGeom prst="rect">
            <a:avLst/>
          </a:prstGeom>
          <a:solidFill>
            <a:srgbClr val="000000">
              <a:alpha val="5095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egradê de leitura"/>
          <p:cNvSpPr/>
          <p:nvPr/>
        </p:nvSpPr>
        <p:spPr>
          <a:xfrm>
            <a:off x="0" y="3811676"/>
            <a:ext cx="6858000" cy="62865"/>
          </a:xfrm>
          <a:prstGeom prst="rect">
            <a:avLst/>
          </a:prstGeom>
          <a:solidFill>
            <a:srgbClr val="000000">
              <a:alpha val="5188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egradê de leitura"/>
          <p:cNvSpPr/>
          <p:nvPr/>
        </p:nvSpPr>
        <p:spPr>
          <a:xfrm>
            <a:off x="0" y="3872712"/>
            <a:ext cx="6858000" cy="62865"/>
          </a:xfrm>
          <a:prstGeom prst="rect">
            <a:avLst/>
          </a:prstGeom>
          <a:solidFill>
            <a:srgbClr val="000000">
              <a:alpha val="527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egradê de leitura"/>
          <p:cNvSpPr/>
          <p:nvPr/>
        </p:nvSpPr>
        <p:spPr>
          <a:xfrm>
            <a:off x="0" y="3933748"/>
            <a:ext cx="6858000" cy="62865"/>
          </a:xfrm>
          <a:prstGeom prst="rect">
            <a:avLst/>
          </a:prstGeom>
          <a:solidFill>
            <a:srgbClr val="000000">
              <a:alpha val="5368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egradê de leitura"/>
          <p:cNvSpPr/>
          <p:nvPr/>
        </p:nvSpPr>
        <p:spPr>
          <a:xfrm>
            <a:off x="0" y="3994785"/>
            <a:ext cx="6858000" cy="62865"/>
          </a:xfrm>
          <a:prstGeom prst="rect">
            <a:avLst/>
          </a:prstGeom>
          <a:solidFill>
            <a:srgbClr val="000000">
              <a:alpha val="5455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egradê de leitura"/>
          <p:cNvSpPr/>
          <p:nvPr/>
        </p:nvSpPr>
        <p:spPr>
          <a:xfrm>
            <a:off x="0" y="4055821"/>
            <a:ext cx="6858000" cy="62865"/>
          </a:xfrm>
          <a:prstGeom prst="rect">
            <a:avLst/>
          </a:prstGeom>
          <a:solidFill>
            <a:srgbClr val="000000">
              <a:alpha val="5541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egradê de leitura"/>
          <p:cNvSpPr/>
          <p:nvPr/>
        </p:nvSpPr>
        <p:spPr>
          <a:xfrm>
            <a:off x="0" y="4116857"/>
            <a:ext cx="6858000" cy="62865"/>
          </a:xfrm>
          <a:prstGeom prst="rect">
            <a:avLst/>
          </a:prstGeom>
          <a:solidFill>
            <a:srgbClr val="000000">
              <a:alpha val="5625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egradê de leitura"/>
          <p:cNvSpPr/>
          <p:nvPr/>
        </p:nvSpPr>
        <p:spPr>
          <a:xfrm>
            <a:off x="0" y="4177893"/>
            <a:ext cx="6858000" cy="62865"/>
          </a:xfrm>
          <a:prstGeom prst="rect">
            <a:avLst/>
          </a:prstGeom>
          <a:solidFill>
            <a:srgbClr val="000000">
              <a:alpha val="5707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egradê de leitura"/>
          <p:cNvSpPr/>
          <p:nvPr/>
        </p:nvSpPr>
        <p:spPr>
          <a:xfrm>
            <a:off x="0" y="4238929"/>
            <a:ext cx="6858000" cy="62865"/>
          </a:xfrm>
          <a:prstGeom prst="rect">
            <a:avLst/>
          </a:prstGeom>
          <a:solidFill>
            <a:srgbClr val="000000">
              <a:alpha val="5788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egradê de leitura"/>
          <p:cNvSpPr/>
          <p:nvPr/>
        </p:nvSpPr>
        <p:spPr>
          <a:xfrm>
            <a:off x="0" y="4299966"/>
            <a:ext cx="6858000" cy="62865"/>
          </a:xfrm>
          <a:prstGeom prst="rect">
            <a:avLst/>
          </a:prstGeom>
          <a:solidFill>
            <a:srgbClr val="000000">
              <a:alpha val="5868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egradê de leitura"/>
          <p:cNvSpPr/>
          <p:nvPr/>
        </p:nvSpPr>
        <p:spPr>
          <a:xfrm>
            <a:off x="0" y="4361002"/>
            <a:ext cx="6858000" cy="62865"/>
          </a:xfrm>
          <a:prstGeom prst="rect">
            <a:avLst/>
          </a:prstGeom>
          <a:solidFill>
            <a:srgbClr val="000000">
              <a:alpha val="594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egradê de leitura"/>
          <p:cNvSpPr/>
          <p:nvPr/>
        </p:nvSpPr>
        <p:spPr>
          <a:xfrm>
            <a:off x="0" y="4422038"/>
            <a:ext cx="6858000" cy="62865"/>
          </a:xfrm>
          <a:prstGeom prst="rect">
            <a:avLst/>
          </a:prstGeom>
          <a:solidFill>
            <a:srgbClr val="000000">
              <a:alpha val="6024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egradê de leitura"/>
          <p:cNvSpPr/>
          <p:nvPr/>
        </p:nvSpPr>
        <p:spPr>
          <a:xfrm>
            <a:off x="0" y="4483074"/>
            <a:ext cx="6858000" cy="62865"/>
          </a:xfrm>
          <a:prstGeom prst="rect">
            <a:avLst/>
          </a:prstGeom>
          <a:solidFill>
            <a:srgbClr val="000000">
              <a:alpha val="6100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egradê de leitura"/>
          <p:cNvSpPr/>
          <p:nvPr/>
        </p:nvSpPr>
        <p:spPr>
          <a:xfrm>
            <a:off x="0" y="4544110"/>
            <a:ext cx="6858000" cy="62865"/>
          </a:xfrm>
          <a:prstGeom prst="rect">
            <a:avLst/>
          </a:prstGeom>
          <a:solidFill>
            <a:srgbClr val="000000">
              <a:alpha val="617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egradê de leitura"/>
          <p:cNvSpPr/>
          <p:nvPr/>
        </p:nvSpPr>
        <p:spPr>
          <a:xfrm>
            <a:off x="0" y="4605147"/>
            <a:ext cx="6858000" cy="62865"/>
          </a:xfrm>
          <a:prstGeom prst="rect">
            <a:avLst/>
          </a:prstGeom>
          <a:solidFill>
            <a:srgbClr val="000000">
              <a:alpha val="624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egradê de leitura"/>
          <p:cNvSpPr/>
          <p:nvPr/>
        </p:nvSpPr>
        <p:spPr>
          <a:xfrm>
            <a:off x="0" y="4666183"/>
            <a:ext cx="6858000" cy="62865"/>
          </a:xfrm>
          <a:prstGeom prst="rect">
            <a:avLst/>
          </a:prstGeom>
          <a:solidFill>
            <a:srgbClr val="000000">
              <a:alpha val="6323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egradê de leitura"/>
          <p:cNvSpPr/>
          <p:nvPr/>
        </p:nvSpPr>
        <p:spPr>
          <a:xfrm>
            <a:off x="0" y="4727219"/>
            <a:ext cx="6858000" cy="62865"/>
          </a:xfrm>
          <a:prstGeom prst="rect">
            <a:avLst/>
          </a:prstGeom>
          <a:solidFill>
            <a:srgbClr val="000000">
              <a:alpha val="6395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egradê de leitura"/>
          <p:cNvSpPr/>
          <p:nvPr/>
        </p:nvSpPr>
        <p:spPr>
          <a:xfrm>
            <a:off x="0" y="4788255"/>
            <a:ext cx="6858000" cy="62865"/>
          </a:xfrm>
          <a:prstGeom prst="rect">
            <a:avLst/>
          </a:prstGeom>
          <a:solidFill>
            <a:srgbClr val="000000">
              <a:alpha val="6466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egradê de leitura"/>
          <p:cNvSpPr/>
          <p:nvPr/>
        </p:nvSpPr>
        <p:spPr>
          <a:xfrm>
            <a:off x="0" y="4849291"/>
            <a:ext cx="6858000" cy="62865"/>
          </a:xfrm>
          <a:prstGeom prst="rect">
            <a:avLst/>
          </a:prstGeom>
          <a:solidFill>
            <a:srgbClr val="000000">
              <a:alpha val="6536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egradê de leitura"/>
          <p:cNvSpPr/>
          <p:nvPr/>
        </p:nvSpPr>
        <p:spPr>
          <a:xfrm>
            <a:off x="0" y="4910328"/>
            <a:ext cx="6858000" cy="62865"/>
          </a:xfrm>
          <a:prstGeom prst="rect">
            <a:avLst/>
          </a:prstGeom>
          <a:solidFill>
            <a:srgbClr val="000000">
              <a:alpha val="660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egradê de leitura"/>
          <p:cNvSpPr/>
          <p:nvPr/>
        </p:nvSpPr>
        <p:spPr>
          <a:xfrm>
            <a:off x="0" y="4971364"/>
            <a:ext cx="6858000" cy="62865"/>
          </a:xfrm>
          <a:prstGeom prst="rect">
            <a:avLst/>
          </a:prstGeom>
          <a:solidFill>
            <a:srgbClr val="000000">
              <a:alpha val="6674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egradê de leitura"/>
          <p:cNvSpPr/>
          <p:nvPr/>
        </p:nvSpPr>
        <p:spPr>
          <a:xfrm>
            <a:off x="0" y="5032400"/>
            <a:ext cx="6858000" cy="62865"/>
          </a:xfrm>
          <a:prstGeom prst="rect">
            <a:avLst/>
          </a:prstGeom>
          <a:solidFill>
            <a:srgbClr val="000000">
              <a:alpha val="674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Degradê de leitura"/>
          <p:cNvSpPr/>
          <p:nvPr/>
        </p:nvSpPr>
        <p:spPr>
          <a:xfrm>
            <a:off x="0" y="5093436"/>
            <a:ext cx="6858000" cy="62865"/>
          </a:xfrm>
          <a:prstGeom prst="rect">
            <a:avLst/>
          </a:prstGeom>
          <a:solidFill>
            <a:srgbClr val="000000">
              <a:alpha val="6809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egradê de leitura"/>
          <p:cNvSpPr/>
          <p:nvPr/>
        </p:nvSpPr>
        <p:spPr>
          <a:xfrm>
            <a:off x="0" y="5154472"/>
            <a:ext cx="6858000" cy="62865"/>
          </a:xfrm>
          <a:prstGeom prst="rect">
            <a:avLst/>
          </a:prstGeom>
          <a:solidFill>
            <a:srgbClr val="000000">
              <a:alpha val="6875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Degradê de leitura"/>
          <p:cNvSpPr/>
          <p:nvPr/>
        </p:nvSpPr>
        <p:spPr>
          <a:xfrm>
            <a:off x="0" y="5215509"/>
            <a:ext cx="6858000" cy="62865"/>
          </a:xfrm>
          <a:prstGeom prst="rect">
            <a:avLst/>
          </a:prstGeom>
          <a:solidFill>
            <a:srgbClr val="000000">
              <a:alpha val="6941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Degradê de leitura"/>
          <p:cNvSpPr/>
          <p:nvPr/>
        </p:nvSpPr>
        <p:spPr>
          <a:xfrm>
            <a:off x="0" y="5276545"/>
            <a:ext cx="6858000" cy="62865"/>
          </a:xfrm>
          <a:prstGeom prst="rect">
            <a:avLst/>
          </a:prstGeom>
          <a:solidFill>
            <a:srgbClr val="000000">
              <a:alpha val="7005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egradê de leitura"/>
          <p:cNvSpPr/>
          <p:nvPr/>
        </p:nvSpPr>
        <p:spPr>
          <a:xfrm>
            <a:off x="0" y="5337581"/>
            <a:ext cx="6858000" cy="62865"/>
          </a:xfrm>
          <a:prstGeom prst="rect">
            <a:avLst/>
          </a:prstGeom>
          <a:solidFill>
            <a:srgbClr val="000000">
              <a:alpha val="707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egradê de leitura"/>
          <p:cNvSpPr/>
          <p:nvPr/>
        </p:nvSpPr>
        <p:spPr>
          <a:xfrm>
            <a:off x="0" y="5398617"/>
            <a:ext cx="6858000" cy="62865"/>
          </a:xfrm>
          <a:prstGeom prst="rect">
            <a:avLst/>
          </a:prstGeom>
          <a:solidFill>
            <a:srgbClr val="000000">
              <a:alpha val="713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egradê de leitura"/>
          <p:cNvSpPr/>
          <p:nvPr/>
        </p:nvSpPr>
        <p:spPr>
          <a:xfrm>
            <a:off x="0" y="5459653"/>
            <a:ext cx="6858000" cy="62865"/>
          </a:xfrm>
          <a:prstGeom prst="rect">
            <a:avLst/>
          </a:prstGeom>
          <a:solidFill>
            <a:srgbClr val="000000">
              <a:alpha val="7196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Degradê de leitura"/>
          <p:cNvSpPr/>
          <p:nvPr/>
        </p:nvSpPr>
        <p:spPr>
          <a:xfrm>
            <a:off x="0" y="5520690"/>
            <a:ext cx="6858000" cy="62865"/>
          </a:xfrm>
          <a:prstGeom prst="rect">
            <a:avLst/>
          </a:prstGeom>
          <a:solidFill>
            <a:srgbClr val="000000">
              <a:alpha val="7258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Degradê de leitura"/>
          <p:cNvSpPr/>
          <p:nvPr/>
        </p:nvSpPr>
        <p:spPr>
          <a:xfrm>
            <a:off x="0" y="5581726"/>
            <a:ext cx="6858000" cy="62865"/>
          </a:xfrm>
          <a:prstGeom prst="rect">
            <a:avLst/>
          </a:prstGeom>
          <a:solidFill>
            <a:srgbClr val="000000">
              <a:alpha val="732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Degradê de leitura"/>
          <p:cNvSpPr/>
          <p:nvPr/>
        </p:nvSpPr>
        <p:spPr>
          <a:xfrm>
            <a:off x="0" y="5642762"/>
            <a:ext cx="6858000" cy="62865"/>
          </a:xfrm>
          <a:prstGeom prst="rect">
            <a:avLst/>
          </a:prstGeom>
          <a:solidFill>
            <a:srgbClr val="000000">
              <a:alpha val="7381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Degradê de leitura"/>
          <p:cNvSpPr/>
          <p:nvPr/>
        </p:nvSpPr>
        <p:spPr>
          <a:xfrm>
            <a:off x="0" y="5703798"/>
            <a:ext cx="6858000" cy="62865"/>
          </a:xfrm>
          <a:prstGeom prst="rect">
            <a:avLst/>
          </a:prstGeom>
          <a:solidFill>
            <a:srgbClr val="000000">
              <a:alpha val="7442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Degradê de leitura"/>
          <p:cNvSpPr/>
          <p:nvPr/>
        </p:nvSpPr>
        <p:spPr>
          <a:xfrm>
            <a:off x="0" y="5764834"/>
            <a:ext cx="6858000" cy="62865"/>
          </a:xfrm>
          <a:prstGeom prst="rect">
            <a:avLst/>
          </a:prstGeom>
          <a:solidFill>
            <a:srgbClr val="000000">
              <a:alpha val="7502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egradê de leitura"/>
          <p:cNvSpPr/>
          <p:nvPr/>
        </p:nvSpPr>
        <p:spPr>
          <a:xfrm>
            <a:off x="0" y="5825871"/>
            <a:ext cx="6858000" cy="62865"/>
          </a:xfrm>
          <a:prstGeom prst="rect">
            <a:avLst/>
          </a:prstGeom>
          <a:solidFill>
            <a:srgbClr val="000000">
              <a:alpha val="7561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Degradê de leitura"/>
          <p:cNvSpPr/>
          <p:nvPr/>
        </p:nvSpPr>
        <p:spPr>
          <a:xfrm>
            <a:off x="0" y="5886907"/>
            <a:ext cx="6858000" cy="62865"/>
          </a:xfrm>
          <a:prstGeom prst="rect">
            <a:avLst/>
          </a:prstGeom>
          <a:solidFill>
            <a:srgbClr val="000000">
              <a:alpha val="7620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Degradê de leitura"/>
          <p:cNvSpPr/>
          <p:nvPr/>
        </p:nvSpPr>
        <p:spPr>
          <a:xfrm>
            <a:off x="0" y="5947943"/>
            <a:ext cx="6858000" cy="62865"/>
          </a:xfrm>
          <a:prstGeom prst="rect">
            <a:avLst/>
          </a:prstGeom>
          <a:solidFill>
            <a:srgbClr val="000000">
              <a:alpha val="7678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Degradê de leitura"/>
          <p:cNvSpPr/>
          <p:nvPr/>
        </p:nvSpPr>
        <p:spPr>
          <a:xfrm>
            <a:off x="0" y="6008979"/>
            <a:ext cx="6858000" cy="62865"/>
          </a:xfrm>
          <a:prstGeom prst="rect">
            <a:avLst/>
          </a:prstGeom>
          <a:solidFill>
            <a:srgbClr val="000000">
              <a:alpha val="7736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Degradê de leitura"/>
          <p:cNvSpPr/>
          <p:nvPr/>
        </p:nvSpPr>
        <p:spPr>
          <a:xfrm>
            <a:off x="0" y="6070015"/>
            <a:ext cx="6858000" cy="62865"/>
          </a:xfrm>
          <a:prstGeom prst="rect">
            <a:avLst/>
          </a:prstGeom>
          <a:solidFill>
            <a:srgbClr val="000000">
              <a:alpha val="7794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egradê de leitura"/>
          <p:cNvSpPr/>
          <p:nvPr/>
        </p:nvSpPr>
        <p:spPr>
          <a:xfrm>
            <a:off x="0" y="6131052"/>
            <a:ext cx="6858000" cy="62865"/>
          </a:xfrm>
          <a:prstGeom prst="rect">
            <a:avLst/>
          </a:prstGeom>
          <a:solidFill>
            <a:srgbClr val="000000">
              <a:alpha val="7851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Degradê de leitura"/>
          <p:cNvSpPr/>
          <p:nvPr/>
        </p:nvSpPr>
        <p:spPr>
          <a:xfrm>
            <a:off x="0" y="6192088"/>
            <a:ext cx="6858000" cy="62865"/>
          </a:xfrm>
          <a:prstGeom prst="rect">
            <a:avLst/>
          </a:prstGeom>
          <a:solidFill>
            <a:srgbClr val="000000">
              <a:alpha val="790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Degradê de leitura"/>
          <p:cNvSpPr/>
          <p:nvPr/>
        </p:nvSpPr>
        <p:spPr>
          <a:xfrm>
            <a:off x="0" y="6253124"/>
            <a:ext cx="6858000" cy="62865"/>
          </a:xfrm>
          <a:prstGeom prst="rect">
            <a:avLst/>
          </a:prstGeom>
          <a:solidFill>
            <a:srgbClr val="000000">
              <a:alpha val="7963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Degradê de leitura"/>
          <p:cNvSpPr/>
          <p:nvPr/>
        </p:nvSpPr>
        <p:spPr>
          <a:xfrm>
            <a:off x="0" y="6314160"/>
            <a:ext cx="6858000" cy="62865"/>
          </a:xfrm>
          <a:prstGeom prst="rect">
            <a:avLst/>
          </a:prstGeom>
          <a:solidFill>
            <a:srgbClr val="000000">
              <a:alpha val="8019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egradê de leitura"/>
          <p:cNvSpPr/>
          <p:nvPr/>
        </p:nvSpPr>
        <p:spPr>
          <a:xfrm>
            <a:off x="0" y="6375196"/>
            <a:ext cx="6858000" cy="62865"/>
          </a:xfrm>
          <a:prstGeom prst="rect">
            <a:avLst/>
          </a:prstGeom>
          <a:solidFill>
            <a:srgbClr val="000000">
              <a:alpha val="8074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Degradê de leitura"/>
          <p:cNvSpPr/>
          <p:nvPr/>
        </p:nvSpPr>
        <p:spPr>
          <a:xfrm>
            <a:off x="0" y="6436233"/>
            <a:ext cx="6858000" cy="62865"/>
          </a:xfrm>
          <a:prstGeom prst="rect">
            <a:avLst/>
          </a:prstGeom>
          <a:solidFill>
            <a:srgbClr val="000000">
              <a:alpha val="812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Degradê de leitura"/>
          <p:cNvSpPr/>
          <p:nvPr/>
        </p:nvSpPr>
        <p:spPr>
          <a:xfrm>
            <a:off x="0" y="6497269"/>
            <a:ext cx="6858000" cy="62865"/>
          </a:xfrm>
          <a:prstGeom prst="rect">
            <a:avLst/>
          </a:prstGeom>
          <a:solidFill>
            <a:srgbClr val="000000">
              <a:alpha val="818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Degradê de leitura"/>
          <p:cNvSpPr/>
          <p:nvPr/>
        </p:nvSpPr>
        <p:spPr>
          <a:xfrm>
            <a:off x="0" y="6558305"/>
            <a:ext cx="6858000" cy="62865"/>
          </a:xfrm>
          <a:prstGeom prst="rect">
            <a:avLst/>
          </a:prstGeom>
          <a:solidFill>
            <a:srgbClr val="000000">
              <a:alpha val="8238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Degradê de leitura"/>
          <p:cNvSpPr/>
          <p:nvPr/>
        </p:nvSpPr>
        <p:spPr>
          <a:xfrm>
            <a:off x="0" y="6619341"/>
            <a:ext cx="6858000" cy="62865"/>
          </a:xfrm>
          <a:prstGeom prst="rect">
            <a:avLst/>
          </a:prstGeom>
          <a:solidFill>
            <a:srgbClr val="000000">
              <a:alpha val="8291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Degradê de leitura"/>
          <p:cNvSpPr/>
          <p:nvPr/>
        </p:nvSpPr>
        <p:spPr>
          <a:xfrm>
            <a:off x="0" y="6680377"/>
            <a:ext cx="6858000" cy="62865"/>
          </a:xfrm>
          <a:prstGeom prst="rect">
            <a:avLst/>
          </a:prstGeom>
          <a:solidFill>
            <a:srgbClr val="000000">
              <a:alpha val="8345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Degradê de leitura"/>
          <p:cNvSpPr/>
          <p:nvPr/>
        </p:nvSpPr>
        <p:spPr>
          <a:xfrm>
            <a:off x="0" y="6741414"/>
            <a:ext cx="6858000" cy="62865"/>
          </a:xfrm>
          <a:prstGeom prst="rect">
            <a:avLst/>
          </a:prstGeom>
          <a:solidFill>
            <a:srgbClr val="000000">
              <a:alpha val="8398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Degradê de leitura"/>
          <p:cNvSpPr/>
          <p:nvPr/>
        </p:nvSpPr>
        <p:spPr>
          <a:xfrm>
            <a:off x="0" y="6802450"/>
            <a:ext cx="6858000" cy="62865"/>
          </a:xfrm>
          <a:prstGeom prst="rect">
            <a:avLst/>
          </a:prstGeom>
          <a:solidFill>
            <a:srgbClr val="000000">
              <a:alpha val="8450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Degradê de leitura"/>
          <p:cNvSpPr/>
          <p:nvPr/>
        </p:nvSpPr>
        <p:spPr>
          <a:xfrm>
            <a:off x="0" y="6863486"/>
            <a:ext cx="6858000" cy="62865"/>
          </a:xfrm>
          <a:prstGeom prst="rect">
            <a:avLst/>
          </a:prstGeom>
          <a:solidFill>
            <a:srgbClr val="000000">
              <a:alpha val="850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Degradê de leitura"/>
          <p:cNvSpPr/>
          <p:nvPr/>
        </p:nvSpPr>
        <p:spPr>
          <a:xfrm>
            <a:off x="0" y="6924522"/>
            <a:ext cx="6858000" cy="62865"/>
          </a:xfrm>
          <a:prstGeom prst="rect">
            <a:avLst/>
          </a:prstGeom>
          <a:solidFill>
            <a:srgbClr val="000000">
              <a:alpha val="8554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Degradê de leitura"/>
          <p:cNvSpPr/>
          <p:nvPr/>
        </p:nvSpPr>
        <p:spPr>
          <a:xfrm>
            <a:off x="0" y="6985558"/>
            <a:ext cx="6858000" cy="62865"/>
          </a:xfrm>
          <a:prstGeom prst="rect">
            <a:avLst/>
          </a:prstGeom>
          <a:solidFill>
            <a:srgbClr val="000000">
              <a:alpha val="8606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Degradê de leitura"/>
          <p:cNvSpPr/>
          <p:nvPr/>
        </p:nvSpPr>
        <p:spPr>
          <a:xfrm>
            <a:off x="0" y="7046595"/>
            <a:ext cx="6858000" cy="62865"/>
          </a:xfrm>
          <a:prstGeom prst="rect">
            <a:avLst/>
          </a:prstGeom>
          <a:solidFill>
            <a:srgbClr val="000000">
              <a:alpha val="8657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Degradê de leitura"/>
          <p:cNvSpPr/>
          <p:nvPr/>
        </p:nvSpPr>
        <p:spPr>
          <a:xfrm>
            <a:off x="0" y="7107631"/>
            <a:ext cx="6858000" cy="62865"/>
          </a:xfrm>
          <a:prstGeom prst="rect">
            <a:avLst/>
          </a:prstGeom>
          <a:solidFill>
            <a:srgbClr val="000000">
              <a:alpha val="8708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Degradê de leitura"/>
          <p:cNvSpPr/>
          <p:nvPr/>
        </p:nvSpPr>
        <p:spPr>
          <a:xfrm>
            <a:off x="0" y="7168667"/>
            <a:ext cx="6858000" cy="62865"/>
          </a:xfrm>
          <a:prstGeom prst="rect">
            <a:avLst/>
          </a:prstGeom>
          <a:solidFill>
            <a:srgbClr val="000000">
              <a:alpha val="8758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Degradê de leitura"/>
          <p:cNvSpPr/>
          <p:nvPr/>
        </p:nvSpPr>
        <p:spPr>
          <a:xfrm>
            <a:off x="0" y="7229703"/>
            <a:ext cx="6858000" cy="62865"/>
          </a:xfrm>
          <a:prstGeom prst="rect">
            <a:avLst/>
          </a:prstGeom>
          <a:solidFill>
            <a:srgbClr val="000000">
              <a:alpha val="8808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Degradê de leitura"/>
          <p:cNvSpPr/>
          <p:nvPr/>
        </p:nvSpPr>
        <p:spPr>
          <a:xfrm>
            <a:off x="0" y="7290739"/>
            <a:ext cx="6858000" cy="62865"/>
          </a:xfrm>
          <a:prstGeom prst="rect">
            <a:avLst/>
          </a:prstGeom>
          <a:solidFill>
            <a:srgbClr val="000000">
              <a:alpha val="8858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Degradê de leitura"/>
          <p:cNvSpPr/>
          <p:nvPr/>
        </p:nvSpPr>
        <p:spPr>
          <a:xfrm>
            <a:off x="0" y="7351775"/>
            <a:ext cx="6858000" cy="62865"/>
          </a:xfrm>
          <a:prstGeom prst="rect">
            <a:avLst/>
          </a:prstGeom>
          <a:solidFill>
            <a:srgbClr val="000000">
              <a:alpha val="890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egradê de leitura"/>
          <p:cNvSpPr/>
          <p:nvPr/>
        </p:nvSpPr>
        <p:spPr>
          <a:xfrm>
            <a:off x="0" y="7412812"/>
            <a:ext cx="6858000" cy="62865"/>
          </a:xfrm>
          <a:prstGeom prst="rect">
            <a:avLst/>
          </a:prstGeom>
          <a:solidFill>
            <a:srgbClr val="000000">
              <a:alpha val="8957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egradê de leitura"/>
          <p:cNvSpPr/>
          <p:nvPr/>
        </p:nvSpPr>
        <p:spPr>
          <a:xfrm>
            <a:off x="0" y="7473848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egradê de leitura"/>
          <p:cNvSpPr/>
          <p:nvPr/>
        </p:nvSpPr>
        <p:spPr>
          <a:xfrm>
            <a:off x="0" y="7534884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egradê de leitura"/>
          <p:cNvSpPr/>
          <p:nvPr/>
        </p:nvSpPr>
        <p:spPr>
          <a:xfrm>
            <a:off x="0" y="7595920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Degradê de leitura"/>
          <p:cNvSpPr/>
          <p:nvPr/>
        </p:nvSpPr>
        <p:spPr>
          <a:xfrm>
            <a:off x="0" y="7656957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egradê de leitura"/>
          <p:cNvSpPr/>
          <p:nvPr/>
        </p:nvSpPr>
        <p:spPr>
          <a:xfrm>
            <a:off x="0" y="7717993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Degradê de leitura"/>
          <p:cNvSpPr/>
          <p:nvPr/>
        </p:nvSpPr>
        <p:spPr>
          <a:xfrm>
            <a:off x="0" y="7779029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Degradê de leitura"/>
          <p:cNvSpPr/>
          <p:nvPr/>
        </p:nvSpPr>
        <p:spPr>
          <a:xfrm>
            <a:off x="0" y="7840065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Degradê de leitura"/>
          <p:cNvSpPr/>
          <p:nvPr/>
        </p:nvSpPr>
        <p:spPr>
          <a:xfrm>
            <a:off x="0" y="7901101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Degradê de leitura"/>
          <p:cNvSpPr/>
          <p:nvPr/>
        </p:nvSpPr>
        <p:spPr>
          <a:xfrm>
            <a:off x="0" y="7962138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Degradê de leitura"/>
          <p:cNvSpPr/>
          <p:nvPr/>
        </p:nvSpPr>
        <p:spPr>
          <a:xfrm>
            <a:off x="0" y="8023174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Degradê de leitura"/>
          <p:cNvSpPr/>
          <p:nvPr/>
        </p:nvSpPr>
        <p:spPr>
          <a:xfrm>
            <a:off x="0" y="8084210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Degradê de leitura"/>
          <p:cNvSpPr/>
          <p:nvPr/>
        </p:nvSpPr>
        <p:spPr>
          <a:xfrm>
            <a:off x="0" y="8145246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Degradê de leitura"/>
          <p:cNvSpPr/>
          <p:nvPr/>
        </p:nvSpPr>
        <p:spPr>
          <a:xfrm>
            <a:off x="0" y="8206282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Degradê de leitura"/>
          <p:cNvSpPr/>
          <p:nvPr/>
        </p:nvSpPr>
        <p:spPr>
          <a:xfrm>
            <a:off x="0" y="8267319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Degradê de leitura"/>
          <p:cNvSpPr/>
          <p:nvPr/>
        </p:nvSpPr>
        <p:spPr>
          <a:xfrm>
            <a:off x="0" y="8328355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Degradê de leitura"/>
          <p:cNvSpPr/>
          <p:nvPr/>
        </p:nvSpPr>
        <p:spPr>
          <a:xfrm>
            <a:off x="0" y="8389391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Degradê de leitura"/>
          <p:cNvSpPr/>
          <p:nvPr/>
        </p:nvSpPr>
        <p:spPr>
          <a:xfrm>
            <a:off x="0" y="8450427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Degradê de leitura"/>
          <p:cNvSpPr/>
          <p:nvPr/>
        </p:nvSpPr>
        <p:spPr>
          <a:xfrm>
            <a:off x="0" y="8511463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raço vermelho"/>
          <p:cNvSpPr/>
          <p:nvPr/>
        </p:nvSpPr>
        <p:spPr>
          <a:xfrm rot="20040000">
            <a:off x="6327648" y="3182112"/>
            <a:ext cx="530352" cy="32004"/>
          </a:xfrm>
          <a:prstGeom prst="rect">
            <a:avLst/>
          </a:prstGeom>
          <a:solidFill>
            <a:srgbClr val="FF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ítulo editável"/>
          <p:cNvSpPr txBox="1"/>
          <p:nvPr/>
        </p:nvSpPr>
        <p:spPr>
          <a:xfrm>
            <a:off x="457200" y="3063240"/>
            <a:ext cx="5943600" cy="2697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6864"/>
              </a:lnSpc>
              <a:spcBef>
                <a:spcPts val="0"/>
              </a:spcBef>
              <a:spcAft>
                <a:spcPts val="0"/>
              </a:spcAft>
            </a:pPr>
            <a:r>
              <a:rPr sz="6600" b="0">
                <a:solidFill>
                  <a:srgbClr val="FFFFFF"/>
                </a:solidFill>
                <a:latin typeface="Barlow Condensed Black"/>
              </a:rPr>
              <a:t>VITAMINAS:</a:t>
            </a:r>
          </a:p>
          <a:p>
            <a:pPr>
              <a:lnSpc>
                <a:spcPts val="6864"/>
              </a:lnSpc>
              <a:spcBef>
                <a:spcPts val="0"/>
              </a:spcBef>
              <a:spcAft>
                <a:spcPts val="0"/>
              </a:spcAft>
            </a:pPr>
            <a:r>
              <a:rPr sz="6600" b="0">
                <a:solidFill>
                  <a:srgbClr val="FFFFFF"/>
                </a:solidFill>
                <a:latin typeface="Barlow Condensed Black"/>
              </a:rPr>
              <a:t>C, D</a:t>
            </a:r>
          </a:p>
          <a:p>
            <a:pPr>
              <a:lnSpc>
                <a:spcPts val="6864"/>
              </a:lnSpc>
              <a:spcBef>
                <a:spcPts val="0"/>
              </a:spcBef>
              <a:spcAft>
                <a:spcPts val="0"/>
              </a:spcAft>
            </a:pPr>
            <a:r>
              <a:rPr sz="6600" b="0">
                <a:solidFill>
                  <a:srgbClr val="FFFFFF"/>
                </a:solidFill>
                <a:latin typeface="Barlow Condensed Black"/>
              </a:rPr>
              <a:t>OU B12?</a:t>
            </a:r>
          </a:p>
        </p:txBody>
      </p:sp>
      <p:sp>
        <p:nvSpPr>
          <p:cNvPr id="106" name="Destaque editável"/>
          <p:cNvSpPr txBox="1"/>
          <p:nvPr/>
        </p:nvSpPr>
        <p:spPr>
          <a:xfrm>
            <a:off x="457200" y="5742432"/>
            <a:ext cx="594360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496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1427"/>
                </a:solidFill>
                <a:latin typeface="Barlow Condensed Black"/>
              </a:rPr>
              <a:t>CADA UMA TEM SEU PAPEL.</a:t>
            </a:r>
          </a:p>
        </p:txBody>
      </p:sp>
      <p:sp>
        <p:nvSpPr>
          <p:cNvPr id="107" name="Explicação editável"/>
          <p:cNvSpPr txBox="1"/>
          <p:nvPr/>
        </p:nvSpPr>
        <p:spPr>
          <a:xfrm>
            <a:off x="457200" y="6254496"/>
            <a:ext cx="5943600" cy="137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048"/>
              </a:lnSpc>
              <a:spcBef>
                <a:spcPts val="0"/>
              </a:spcBef>
              <a:spcAft>
                <a:spcPts val="0"/>
              </a:spcAft>
            </a:pPr>
            <a:r>
              <a:rPr sz="1970" b="1">
                <a:solidFill>
                  <a:srgbClr val="FFFFFF"/>
                </a:solidFill>
                <a:latin typeface="Inter"/>
              </a:rPr>
              <a:t>Conheça três vitaminas</a:t>
            </a:r>
          </a:p>
          <a:p>
            <a:pPr>
              <a:lnSpc>
                <a:spcPts val="2048"/>
              </a:lnSpc>
              <a:spcBef>
                <a:spcPts val="0"/>
              </a:spcBef>
              <a:spcAft>
                <a:spcPts val="0"/>
              </a:spcAft>
            </a:pPr>
            <a:r>
              <a:rPr sz="1970" b="1">
                <a:solidFill>
                  <a:srgbClr val="FFFFFF"/>
                </a:solidFill>
                <a:latin typeface="Inter"/>
              </a:rPr>
              <a:t>e participe da conversa.</a:t>
            </a:r>
          </a:p>
        </p:txBody>
      </p:sp>
      <p:sp>
        <p:nvSpPr>
          <p:cNvPr id="108" name="Chamada vermelha editável"/>
          <p:cNvSpPr/>
          <p:nvPr/>
        </p:nvSpPr>
        <p:spPr>
          <a:xfrm>
            <a:off x="457200" y="7543800"/>
            <a:ext cx="5943600" cy="530352"/>
          </a:xfrm>
          <a:prstGeom prst="roundRect">
            <a:avLst>
              <a:gd name="adj" fmla="val 50000"/>
            </a:avLst>
          </a:prstGeom>
          <a:solidFill>
            <a:srgbClr val="FF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Chamada editável"/>
          <p:cNvSpPr txBox="1"/>
          <p:nvPr/>
        </p:nvSpPr>
        <p:spPr>
          <a:xfrm>
            <a:off x="713232" y="7671816"/>
            <a:ext cx="544068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768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Barlow Condensed Black"/>
              </a:rPr>
              <a:t>DESLIZE PARA CONHECER</a:t>
            </a:r>
          </a:p>
        </p:txBody>
      </p:sp>
      <p:sp>
        <p:nvSpPr>
          <p:cNvPr id="110" name="Página"/>
          <p:cNvSpPr txBox="1"/>
          <p:nvPr/>
        </p:nvSpPr>
        <p:spPr>
          <a:xfrm>
            <a:off x="457200" y="8266175"/>
            <a:ext cx="9144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967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FFFFFF"/>
                </a:solidFill>
                <a:latin typeface="Barlow Condensed Black"/>
              </a:rPr>
              <a:t>01 / 06</a:t>
            </a:r>
          </a:p>
        </p:txBody>
      </p:sp>
      <p:sp>
        <p:nvSpPr>
          <p:cNvPr id="111" name="Indicador de sequência"/>
          <p:cNvSpPr/>
          <p:nvPr/>
        </p:nvSpPr>
        <p:spPr>
          <a:xfrm>
            <a:off x="5413248" y="8284464"/>
            <a:ext cx="64008" cy="64008"/>
          </a:xfrm>
          <a:prstGeom prst="ellipse">
            <a:avLst/>
          </a:prstGeom>
          <a:solidFill>
            <a:srgbClr val="FF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Indicador de sequência"/>
          <p:cNvSpPr/>
          <p:nvPr/>
        </p:nvSpPr>
        <p:spPr>
          <a:xfrm>
            <a:off x="5586984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Indicador de sequência"/>
          <p:cNvSpPr/>
          <p:nvPr/>
        </p:nvSpPr>
        <p:spPr>
          <a:xfrm>
            <a:off x="5760720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Indicador de sequência"/>
          <p:cNvSpPr/>
          <p:nvPr/>
        </p:nvSpPr>
        <p:spPr>
          <a:xfrm>
            <a:off x="5934456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Indicador de sequência"/>
          <p:cNvSpPr/>
          <p:nvPr/>
        </p:nvSpPr>
        <p:spPr>
          <a:xfrm>
            <a:off x="6108192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Indicador de sequência"/>
          <p:cNvSpPr/>
          <p:nvPr/>
        </p:nvSpPr>
        <p:spPr>
          <a:xfrm>
            <a:off x="6281928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OTO DE FUNDO — SUBSTITUIR — CARD 02" descr="fundo-puravi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8572500"/>
          </a:xfrm>
          <a:prstGeom prst="rect">
            <a:avLst/>
          </a:prstGeom>
        </p:spPr>
      </p:pic>
      <p:sp>
        <p:nvSpPr>
          <p:cNvPr id="3" name="Contraste geral"/>
          <p:cNvSpPr/>
          <p:nvPr/>
        </p:nvSpPr>
        <p:spPr>
          <a:xfrm>
            <a:off x="0" y="0"/>
            <a:ext cx="6858000" cy="8572500"/>
          </a:xfrm>
          <a:prstGeom prst="rect">
            <a:avLst/>
          </a:prstGeom>
          <a:solidFill>
            <a:srgbClr val="00000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gradê de leitura"/>
          <p:cNvSpPr/>
          <p:nvPr/>
        </p:nvSpPr>
        <p:spPr>
          <a:xfrm>
            <a:off x="0" y="2468880"/>
            <a:ext cx="6858000" cy="62865"/>
          </a:xfrm>
          <a:prstGeom prst="rect">
            <a:avLst/>
          </a:prstGeom>
          <a:solidFill>
            <a:srgbClr val="000000">
              <a:alpha val="1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gradê de leitura"/>
          <p:cNvSpPr/>
          <p:nvPr/>
        </p:nvSpPr>
        <p:spPr>
          <a:xfrm>
            <a:off x="0" y="2529916"/>
            <a:ext cx="6858000" cy="62865"/>
          </a:xfrm>
          <a:prstGeom prst="rect">
            <a:avLst/>
          </a:prstGeom>
          <a:solidFill>
            <a:srgbClr val="000000">
              <a:alpha val="2079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gradê de leitura"/>
          <p:cNvSpPr/>
          <p:nvPr/>
        </p:nvSpPr>
        <p:spPr>
          <a:xfrm>
            <a:off x="0" y="2590952"/>
            <a:ext cx="6858000" cy="62865"/>
          </a:xfrm>
          <a:prstGeom prst="rect">
            <a:avLst/>
          </a:prstGeom>
          <a:solidFill>
            <a:srgbClr val="000000">
              <a:alpha val="241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gradê de leitura"/>
          <p:cNvSpPr/>
          <p:nvPr/>
        </p:nvSpPr>
        <p:spPr>
          <a:xfrm>
            <a:off x="0" y="2651988"/>
            <a:ext cx="6858000" cy="62865"/>
          </a:xfrm>
          <a:prstGeom prst="rect">
            <a:avLst/>
          </a:prstGeom>
          <a:solidFill>
            <a:srgbClr val="000000">
              <a:alpha val="267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gradê de leitura"/>
          <p:cNvSpPr/>
          <p:nvPr/>
        </p:nvSpPr>
        <p:spPr>
          <a:xfrm>
            <a:off x="0" y="2713024"/>
            <a:ext cx="6858000" cy="62865"/>
          </a:xfrm>
          <a:prstGeom prst="rect">
            <a:avLst/>
          </a:prstGeom>
          <a:solidFill>
            <a:srgbClr val="000000">
              <a:alpha val="2902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gradê de leitura"/>
          <p:cNvSpPr/>
          <p:nvPr/>
        </p:nvSpPr>
        <p:spPr>
          <a:xfrm>
            <a:off x="0" y="2774061"/>
            <a:ext cx="6858000" cy="62865"/>
          </a:xfrm>
          <a:prstGeom prst="rect">
            <a:avLst/>
          </a:prstGeom>
          <a:solidFill>
            <a:srgbClr val="000000">
              <a:alpha val="3099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gradê de leitura"/>
          <p:cNvSpPr/>
          <p:nvPr/>
        </p:nvSpPr>
        <p:spPr>
          <a:xfrm>
            <a:off x="0" y="2835097"/>
            <a:ext cx="6858000" cy="62865"/>
          </a:xfrm>
          <a:prstGeom prst="rect">
            <a:avLst/>
          </a:prstGeom>
          <a:solidFill>
            <a:srgbClr val="000000">
              <a:alpha val="327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gradê de leitura"/>
          <p:cNvSpPr/>
          <p:nvPr/>
        </p:nvSpPr>
        <p:spPr>
          <a:xfrm>
            <a:off x="0" y="2896133"/>
            <a:ext cx="6858000" cy="62865"/>
          </a:xfrm>
          <a:prstGeom prst="rect">
            <a:avLst/>
          </a:prstGeom>
          <a:solidFill>
            <a:srgbClr val="000000">
              <a:alpha val="344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egradê de leitura"/>
          <p:cNvSpPr/>
          <p:nvPr/>
        </p:nvSpPr>
        <p:spPr>
          <a:xfrm>
            <a:off x="0" y="2957169"/>
            <a:ext cx="6858000" cy="62865"/>
          </a:xfrm>
          <a:prstGeom prst="rect">
            <a:avLst/>
          </a:prstGeom>
          <a:solidFill>
            <a:srgbClr val="000000">
              <a:alpha val="3597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egradê de leitura"/>
          <p:cNvSpPr/>
          <p:nvPr/>
        </p:nvSpPr>
        <p:spPr>
          <a:xfrm>
            <a:off x="0" y="3018205"/>
            <a:ext cx="6858000" cy="62865"/>
          </a:xfrm>
          <a:prstGeom prst="rect">
            <a:avLst/>
          </a:prstGeom>
          <a:solidFill>
            <a:srgbClr val="000000">
              <a:alpha val="374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egradê de leitura"/>
          <p:cNvSpPr/>
          <p:nvPr/>
        </p:nvSpPr>
        <p:spPr>
          <a:xfrm>
            <a:off x="0" y="3079242"/>
            <a:ext cx="6858000" cy="62865"/>
          </a:xfrm>
          <a:prstGeom prst="rect">
            <a:avLst/>
          </a:prstGeom>
          <a:solidFill>
            <a:srgbClr val="000000">
              <a:alpha val="3880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egradê de leitura"/>
          <p:cNvSpPr/>
          <p:nvPr/>
        </p:nvSpPr>
        <p:spPr>
          <a:xfrm>
            <a:off x="0" y="3140278"/>
            <a:ext cx="6858000" cy="62865"/>
          </a:xfrm>
          <a:prstGeom prst="rect">
            <a:avLst/>
          </a:prstGeom>
          <a:solidFill>
            <a:srgbClr val="000000">
              <a:alpha val="4011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egradê de leitura"/>
          <p:cNvSpPr/>
          <p:nvPr/>
        </p:nvSpPr>
        <p:spPr>
          <a:xfrm>
            <a:off x="0" y="3201314"/>
            <a:ext cx="6858000" cy="62865"/>
          </a:xfrm>
          <a:prstGeom prst="rect">
            <a:avLst/>
          </a:prstGeom>
          <a:solidFill>
            <a:srgbClr val="000000">
              <a:alpha val="4137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egradê de leitura"/>
          <p:cNvSpPr/>
          <p:nvPr/>
        </p:nvSpPr>
        <p:spPr>
          <a:xfrm>
            <a:off x="0" y="3262350"/>
            <a:ext cx="6858000" cy="62865"/>
          </a:xfrm>
          <a:prstGeom prst="rect">
            <a:avLst/>
          </a:prstGeom>
          <a:solidFill>
            <a:srgbClr val="000000">
              <a:alpha val="425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egradê de leitura"/>
          <p:cNvSpPr/>
          <p:nvPr/>
        </p:nvSpPr>
        <p:spPr>
          <a:xfrm>
            <a:off x="0" y="3323386"/>
            <a:ext cx="6858000" cy="62865"/>
          </a:xfrm>
          <a:prstGeom prst="rect">
            <a:avLst/>
          </a:prstGeom>
          <a:solidFill>
            <a:srgbClr val="000000">
              <a:alpha val="4373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egradê de leitura"/>
          <p:cNvSpPr/>
          <p:nvPr/>
        </p:nvSpPr>
        <p:spPr>
          <a:xfrm>
            <a:off x="0" y="3384423"/>
            <a:ext cx="6858000" cy="62865"/>
          </a:xfrm>
          <a:prstGeom prst="rect">
            <a:avLst/>
          </a:prstGeom>
          <a:solidFill>
            <a:srgbClr val="000000">
              <a:alpha val="4486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egradê de leitura"/>
          <p:cNvSpPr/>
          <p:nvPr/>
        </p:nvSpPr>
        <p:spPr>
          <a:xfrm>
            <a:off x="0" y="3445459"/>
            <a:ext cx="6858000" cy="62865"/>
          </a:xfrm>
          <a:prstGeom prst="rect">
            <a:avLst/>
          </a:prstGeom>
          <a:solidFill>
            <a:srgbClr val="000000">
              <a:alpha val="4594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egradê de leitura"/>
          <p:cNvSpPr/>
          <p:nvPr/>
        </p:nvSpPr>
        <p:spPr>
          <a:xfrm>
            <a:off x="0" y="3506495"/>
            <a:ext cx="6858000" cy="62865"/>
          </a:xfrm>
          <a:prstGeom prst="rect">
            <a:avLst/>
          </a:prstGeom>
          <a:solidFill>
            <a:srgbClr val="000000">
              <a:alpha val="470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egradê de leitura"/>
          <p:cNvSpPr/>
          <p:nvPr/>
        </p:nvSpPr>
        <p:spPr>
          <a:xfrm>
            <a:off x="0" y="3567531"/>
            <a:ext cx="6858000" cy="62865"/>
          </a:xfrm>
          <a:prstGeom prst="rect">
            <a:avLst/>
          </a:prstGeom>
          <a:solidFill>
            <a:srgbClr val="000000">
              <a:alpha val="4802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egradê de leitura"/>
          <p:cNvSpPr/>
          <p:nvPr/>
        </p:nvSpPr>
        <p:spPr>
          <a:xfrm>
            <a:off x="0" y="3628567"/>
            <a:ext cx="6858000" cy="62865"/>
          </a:xfrm>
          <a:prstGeom prst="rect">
            <a:avLst/>
          </a:prstGeom>
          <a:solidFill>
            <a:srgbClr val="000000">
              <a:alpha val="490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egradê de leitura"/>
          <p:cNvSpPr/>
          <p:nvPr/>
        </p:nvSpPr>
        <p:spPr>
          <a:xfrm>
            <a:off x="0" y="3689604"/>
            <a:ext cx="6858000" cy="62865"/>
          </a:xfrm>
          <a:prstGeom prst="rect">
            <a:avLst/>
          </a:prstGeom>
          <a:solidFill>
            <a:srgbClr val="000000">
              <a:alpha val="5000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egradê de leitura"/>
          <p:cNvSpPr/>
          <p:nvPr/>
        </p:nvSpPr>
        <p:spPr>
          <a:xfrm>
            <a:off x="0" y="3750640"/>
            <a:ext cx="6858000" cy="62865"/>
          </a:xfrm>
          <a:prstGeom prst="rect">
            <a:avLst/>
          </a:prstGeom>
          <a:solidFill>
            <a:srgbClr val="000000">
              <a:alpha val="5095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egradê de leitura"/>
          <p:cNvSpPr/>
          <p:nvPr/>
        </p:nvSpPr>
        <p:spPr>
          <a:xfrm>
            <a:off x="0" y="3811676"/>
            <a:ext cx="6858000" cy="62865"/>
          </a:xfrm>
          <a:prstGeom prst="rect">
            <a:avLst/>
          </a:prstGeom>
          <a:solidFill>
            <a:srgbClr val="000000">
              <a:alpha val="5188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egradê de leitura"/>
          <p:cNvSpPr/>
          <p:nvPr/>
        </p:nvSpPr>
        <p:spPr>
          <a:xfrm>
            <a:off x="0" y="3872712"/>
            <a:ext cx="6858000" cy="62865"/>
          </a:xfrm>
          <a:prstGeom prst="rect">
            <a:avLst/>
          </a:prstGeom>
          <a:solidFill>
            <a:srgbClr val="000000">
              <a:alpha val="527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egradê de leitura"/>
          <p:cNvSpPr/>
          <p:nvPr/>
        </p:nvSpPr>
        <p:spPr>
          <a:xfrm>
            <a:off x="0" y="3933748"/>
            <a:ext cx="6858000" cy="62865"/>
          </a:xfrm>
          <a:prstGeom prst="rect">
            <a:avLst/>
          </a:prstGeom>
          <a:solidFill>
            <a:srgbClr val="000000">
              <a:alpha val="5368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egradê de leitura"/>
          <p:cNvSpPr/>
          <p:nvPr/>
        </p:nvSpPr>
        <p:spPr>
          <a:xfrm>
            <a:off x="0" y="3994785"/>
            <a:ext cx="6858000" cy="62865"/>
          </a:xfrm>
          <a:prstGeom prst="rect">
            <a:avLst/>
          </a:prstGeom>
          <a:solidFill>
            <a:srgbClr val="000000">
              <a:alpha val="5455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egradê de leitura"/>
          <p:cNvSpPr/>
          <p:nvPr/>
        </p:nvSpPr>
        <p:spPr>
          <a:xfrm>
            <a:off x="0" y="4055821"/>
            <a:ext cx="6858000" cy="62865"/>
          </a:xfrm>
          <a:prstGeom prst="rect">
            <a:avLst/>
          </a:prstGeom>
          <a:solidFill>
            <a:srgbClr val="000000">
              <a:alpha val="5541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egradê de leitura"/>
          <p:cNvSpPr/>
          <p:nvPr/>
        </p:nvSpPr>
        <p:spPr>
          <a:xfrm>
            <a:off x="0" y="4116857"/>
            <a:ext cx="6858000" cy="62865"/>
          </a:xfrm>
          <a:prstGeom prst="rect">
            <a:avLst/>
          </a:prstGeom>
          <a:solidFill>
            <a:srgbClr val="000000">
              <a:alpha val="5625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egradê de leitura"/>
          <p:cNvSpPr/>
          <p:nvPr/>
        </p:nvSpPr>
        <p:spPr>
          <a:xfrm>
            <a:off x="0" y="4177893"/>
            <a:ext cx="6858000" cy="62865"/>
          </a:xfrm>
          <a:prstGeom prst="rect">
            <a:avLst/>
          </a:prstGeom>
          <a:solidFill>
            <a:srgbClr val="000000">
              <a:alpha val="5707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egradê de leitura"/>
          <p:cNvSpPr/>
          <p:nvPr/>
        </p:nvSpPr>
        <p:spPr>
          <a:xfrm>
            <a:off x="0" y="4238929"/>
            <a:ext cx="6858000" cy="62865"/>
          </a:xfrm>
          <a:prstGeom prst="rect">
            <a:avLst/>
          </a:prstGeom>
          <a:solidFill>
            <a:srgbClr val="000000">
              <a:alpha val="5788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egradê de leitura"/>
          <p:cNvSpPr/>
          <p:nvPr/>
        </p:nvSpPr>
        <p:spPr>
          <a:xfrm>
            <a:off x="0" y="4299966"/>
            <a:ext cx="6858000" cy="62865"/>
          </a:xfrm>
          <a:prstGeom prst="rect">
            <a:avLst/>
          </a:prstGeom>
          <a:solidFill>
            <a:srgbClr val="000000">
              <a:alpha val="5868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egradê de leitura"/>
          <p:cNvSpPr/>
          <p:nvPr/>
        </p:nvSpPr>
        <p:spPr>
          <a:xfrm>
            <a:off x="0" y="4361002"/>
            <a:ext cx="6858000" cy="62865"/>
          </a:xfrm>
          <a:prstGeom prst="rect">
            <a:avLst/>
          </a:prstGeom>
          <a:solidFill>
            <a:srgbClr val="000000">
              <a:alpha val="594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egradê de leitura"/>
          <p:cNvSpPr/>
          <p:nvPr/>
        </p:nvSpPr>
        <p:spPr>
          <a:xfrm>
            <a:off x="0" y="4422038"/>
            <a:ext cx="6858000" cy="62865"/>
          </a:xfrm>
          <a:prstGeom prst="rect">
            <a:avLst/>
          </a:prstGeom>
          <a:solidFill>
            <a:srgbClr val="000000">
              <a:alpha val="6024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egradê de leitura"/>
          <p:cNvSpPr/>
          <p:nvPr/>
        </p:nvSpPr>
        <p:spPr>
          <a:xfrm>
            <a:off x="0" y="4483074"/>
            <a:ext cx="6858000" cy="62865"/>
          </a:xfrm>
          <a:prstGeom prst="rect">
            <a:avLst/>
          </a:prstGeom>
          <a:solidFill>
            <a:srgbClr val="000000">
              <a:alpha val="6100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egradê de leitura"/>
          <p:cNvSpPr/>
          <p:nvPr/>
        </p:nvSpPr>
        <p:spPr>
          <a:xfrm>
            <a:off x="0" y="4544110"/>
            <a:ext cx="6858000" cy="62865"/>
          </a:xfrm>
          <a:prstGeom prst="rect">
            <a:avLst/>
          </a:prstGeom>
          <a:solidFill>
            <a:srgbClr val="000000">
              <a:alpha val="617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egradê de leitura"/>
          <p:cNvSpPr/>
          <p:nvPr/>
        </p:nvSpPr>
        <p:spPr>
          <a:xfrm>
            <a:off x="0" y="4605147"/>
            <a:ext cx="6858000" cy="62865"/>
          </a:xfrm>
          <a:prstGeom prst="rect">
            <a:avLst/>
          </a:prstGeom>
          <a:solidFill>
            <a:srgbClr val="000000">
              <a:alpha val="624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egradê de leitura"/>
          <p:cNvSpPr/>
          <p:nvPr/>
        </p:nvSpPr>
        <p:spPr>
          <a:xfrm>
            <a:off x="0" y="4666183"/>
            <a:ext cx="6858000" cy="62865"/>
          </a:xfrm>
          <a:prstGeom prst="rect">
            <a:avLst/>
          </a:prstGeom>
          <a:solidFill>
            <a:srgbClr val="000000">
              <a:alpha val="6323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egradê de leitura"/>
          <p:cNvSpPr/>
          <p:nvPr/>
        </p:nvSpPr>
        <p:spPr>
          <a:xfrm>
            <a:off x="0" y="4727219"/>
            <a:ext cx="6858000" cy="62865"/>
          </a:xfrm>
          <a:prstGeom prst="rect">
            <a:avLst/>
          </a:prstGeom>
          <a:solidFill>
            <a:srgbClr val="000000">
              <a:alpha val="6395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egradê de leitura"/>
          <p:cNvSpPr/>
          <p:nvPr/>
        </p:nvSpPr>
        <p:spPr>
          <a:xfrm>
            <a:off x="0" y="4788255"/>
            <a:ext cx="6858000" cy="62865"/>
          </a:xfrm>
          <a:prstGeom prst="rect">
            <a:avLst/>
          </a:prstGeom>
          <a:solidFill>
            <a:srgbClr val="000000">
              <a:alpha val="6466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egradê de leitura"/>
          <p:cNvSpPr/>
          <p:nvPr/>
        </p:nvSpPr>
        <p:spPr>
          <a:xfrm>
            <a:off x="0" y="4849291"/>
            <a:ext cx="6858000" cy="62865"/>
          </a:xfrm>
          <a:prstGeom prst="rect">
            <a:avLst/>
          </a:prstGeom>
          <a:solidFill>
            <a:srgbClr val="000000">
              <a:alpha val="6536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egradê de leitura"/>
          <p:cNvSpPr/>
          <p:nvPr/>
        </p:nvSpPr>
        <p:spPr>
          <a:xfrm>
            <a:off x="0" y="4910328"/>
            <a:ext cx="6858000" cy="62865"/>
          </a:xfrm>
          <a:prstGeom prst="rect">
            <a:avLst/>
          </a:prstGeom>
          <a:solidFill>
            <a:srgbClr val="000000">
              <a:alpha val="660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egradê de leitura"/>
          <p:cNvSpPr/>
          <p:nvPr/>
        </p:nvSpPr>
        <p:spPr>
          <a:xfrm>
            <a:off x="0" y="4971364"/>
            <a:ext cx="6858000" cy="62865"/>
          </a:xfrm>
          <a:prstGeom prst="rect">
            <a:avLst/>
          </a:prstGeom>
          <a:solidFill>
            <a:srgbClr val="000000">
              <a:alpha val="6674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egradê de leitura"/>
          <p:cNvSpPr/>
          <p:nvPr/>
        </p:nvSpPr>
        <p:spPr>
          <a:xfrm>
            <a:off x="0" y="5032400"/>
            <a:ext cx="6858000" cy="62865"/>
          </a:xfrm>
          <a:prstGeom prst="rect">
            <a:avLst/>
          </a:prstGeom>
          <a:solidFill>
            <a:srgbClr val="000000">
              <a:alpha val="674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Degradê de leitura"/>
          <p:cNvSpPr/>
          <p:nvPr/>
        </p:nvSpPr>
        <p:spPr>
          <a:xfrm>
            <a:off x="0" y="5093436"/>
            <a:ext cx="6858000" cy="62865"/>
          </a:xfrm>
          <a:prstGeom prst="rect">
            <a:avLst/>
          </a:prstGeom>
          <a:solidFill>
            <a:srgbClr val="000000">
              <a:alpha val="6809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egradê de leitura"/>
          <p:cNvSpPr/>
          <p:nvPr/>
        </p:nvSpPr>
        <p:spPr>
          <a:xfrm>
            <a:off x="0" y="5154472"/>
            <a:ext cx="6858000" cy="62865"/>
          </a:xfrm>
          <a:prstGeom prst="rect">
            <a:avLst/>
          </a:prstGeom>
          <a:solidFill>
            <a:srgbClr val="000000">
              <a:alpha val="6875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Degradê de leitura"/>
          <p:cNvSpPr/>
          <p:nvPr/>
        </p:nvSpPr>
        <p:spPr>
          <a:xfrm>
            <a:off x="0" y="5215509"/>
            <a:ext cx="6858000" cy="62865"/>
          </a:xfrm>
          <a:prstGeom prst="rect">
            <a:avLst/>
          </a:prstGeom>
          <a:solidFill>
            <a:srgbClr val="000000">
              <a:alpha val="6941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Degradê de leitura"/>
          <p:cNvSpPr/>
          <p:nvPr/>
        </p:nvSpPr>
        <p:spPr>
          <a:xfrm>
            <a:off x="0" y="5276545"/>
            <a:ext cx="6858000" cy="62865"/>
          </a:xfrm>
          <a:prstGeom prst="rect">
            <a:avLst/>
          </a:prstGeom>
          <a:solidFill>
            <a:srgbClr val="000000">
              <a:alpha val="7005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egradê de leitura"/>
          <p:cNvSpPr/>
          <p:nvPr/>
        </p:nvSpPr>
        <p:spPr>
          <a:xfrm>
            <a:off x="0" y="5337581"/>
            <a:ext cx="6858000" cy="62865"/>
          </a:xfrm>
          <a:prstGeom prst="rect">
            <a:avLst/>
          </a:prstGeom>
          <a:solidFill>
            <a:srgbClr val="000000">
              <a:alpha val="707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egradê de leitura"/>
          <p:cNvSpPr/>
          <p:nvPr/>
        </p:nvSpPr>
        <p:spPr>
          <a:xfrm>
            <a:off x="0" y="5398617"/>
            <a:ext cx="6858000" cy="62865"/>
          </a:xfrm>
          <a:prstGeom prst="rect">
            <a:avLst/>
          </a:prstGeom>
          <a:solidFill>
            <a:srgbClr val="000000">
              <a:alpha val="713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egradê de leitura"/>
          <p:cNvSpPr/>
          <p:nvPr/>
        </p:nvSpPr>
        <p:spPr>
          <a:xfrm>
            <a:off x="0" y="5459653"/>
            <a:ext cx="6858000" cy="62865"/>
          </a:xfrm>
          <a:prstGeom prst="rect">
            <a:avLst/>
          </a:prstGeom>
          <a:solidFill>
            <a:srgbClr val="000000">
              <a:alpha val="7196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Degradê de leitura"/>
          <p:cNvSpPr/>
          <p:nvPr/>
        </p:nvSpPr>
        <p:spPr>
          <a:xfrm>
            <a:off x="0" y="5520690"/>
            <a:ext cx="6858000" cy="62865"/>
          </a:xfrm>
          <a:prstGeom prst="rect">
            <a:avLst/>
          </a:prstGeom>
          <a:solidFill>
            <a:srgbClr val="000000">
              <a:alpha val="7258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Degradê de leitura"/>
          <p:cNvSpPr/>
          <p:nvPr/>
        </p:nvSpPr>
        <p:spPr>
          <a:xfrm>
            <a:off x="0" y="5581726"/>
            <a:ext cx="6858000" cy="62865"/>
          </a:xfrm>
          <a:prstGeom prst="rect">
            <a:avLst/>
          </a:prstGeom>
          <a:solidFill>
            <a:srgbClr val="000000">
              <a:alpha val="732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Degradê de leitura"/>
          <p:cNvSpPr/>
          <p:nvPr/>
        </p:nvSpPr>
        <p:spPr>
          <a:xfrm>
            <a:off x="0" y="5642762"/>
            <a:ext cx="6858000" cy="62865"/>
          </a:xfrm>
          <a:prstGeom prst="rect">
            <a:avLst/>
          </a:prstGeom>
          <a:solidFill>
            <a:srgbClr val="000000">
              <a:alpha val="7381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Degradê de leitura"/>
          <p:cNvSpPr/>
          <p:nvPr/>
        </p:nvSpPr>
        <p:spPr>
          <a:xfrm>
            <a:off x="0" y="5703798"/>
            <a:ext cx="6858000" cy="62865"/>
          </a:xfrm>
          <a:prstGeom prst="rect">
            <a:avLst/>
          </a:prstGeom>
          <a:solidFill>
            <a:srgbClr val="000000">
              <a:alpha val="7442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Degradê de leitura"/>
          <p:cNvSpPr/>
          <p:nvPr/>
        </p:nvSpPr>
        <p:spPr>
          <a:xfrm>
            <a:off x="0" y="5764834"/>
            <a:ext cx="6858000" cy="62865"/>
          </a:xfrm>
          <a:prstGeom prst="rect">
            <a:avLst/>
          </a:prstGeom>
          <a:solidFill>
            <a:srgbClr val="000000">
              <a:alpha val="7502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egradê de leitura"/>
          <p:cNvSpPr/>
          <p:nvPr/>
        </p:nvSpPr>
        <p:spPr>
          <a:xfrm>
            <a:off x="0" y="5825871"/>
            <a:ext cx="6858000" cy="62865"/>
          </a:xfrm>
          <a:prstGeom prst="rect">
            <a:avLst/>
          </a:prstGeom>
          <a:solidFill>
            <a:srgbClr val="000000">
              <a:alpha val="7561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Degradê de leitura"/>
          <p:cNvSpPr/>
          <p:nvPr/>
        </p:nvSpPr>
        <p:spPr>
          <a:xfrm>
            <a:off x="0" y="5886907"/>
            <a:ext cx="6858000" cy="62865"/>
          </a:xfrm>
          <a:prstGeom prst="rect">
            <a:avLst/>
          </a:prstGeom>
          <a:solidFill>
            <a:srgbClr val="000000">
              <a:alpha val="7620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Degradê de leitura"/>
          <p:cNvSpPr/>
          <p:nvPr/>
        </p:nvSpPr>
        <p:spPr>
          <a:xfrm>
            <a:off x="0" y="5947943"/>
            <a:ext cx="6858000" cy="62865"/>
          </a:xfrm>
          <a:prstGeom prst="rect">
            <a:avLst/>
          </a:prstGeom>
          <a:solidFill>
            <a:srgbClr val="000000">
              <a:alpha val="7678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Degradê de leitura"/>
          <p:cNvSpPr/>
          <p:nvPr/>
        </p:nvSpPr>
        <p:spPr>
          <a:xfrm>
            <a:off x="0" y="6008979"/>
            <a:ext cx="6858000" cy="62865"/>
          </a:xfrm>
          <a:prstGeom prst="rect">
            <a:avLst/>
          </a:prstGeom>
          <a:solidFill>
            <a:srgbClr val="000000">
              <a:alpha val="7736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Degradê de leitura"/>
          <p:cNvSpPr/>
          <p:nvPr/>
        </p:nvSpPr>
        <p:spPr>
          <a:xfrm>
            <a:off x="0" y="6070015"/>
            <a:ext cx="6858000" cy="62865"/>
          </a:xfrm>
          <a:prstGeom prst="rect">
            <a:avLst/>
          </a:prstGeom>
          <a:solidFill>
            <a:srgbClr val="000000">
              <a:alpha val="7794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egradê de leitura"/>
          <p:cNvSpPr/>
          <p:nvPr/>
        </p:nvSpPr>
        <p:spPr>
          <a:xfrm>
            <a:off x="0" y="6131052"/>
            <a:ext cx="6858000" cy="62865"/>
          </a:xfrm>
          <a:prstGeom prst="rect">
            <a:avLst/>
          </a:prstGeom>
          <a:solidFill>
            <a:srgbClr val="000000">
              <a:alpha val="7851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Degradê de leitura"/>
          <p:cNvSpPr/>
          <p:nvPr/>
        </p:nvSpPr>
        <p:spPr>
          <a:xfrm>
            <a:off x="0" y="6192088"/>
            <a:ext cx="6858000" cy="62865"/>
          </a:xfrm>
          <a:prstGeom prst="rect">
            <a:avLst/>
          </a:prstGeom>
          <a:solidFill>
            <a:srgbClr val="000000">
              <a:alpha val="790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Degradê de leitura"/>
          <p:cNvSpPr/>
          <p:nvPr/>
        </p:nvSpPr>
        <p:spPr>
          <a:xfrm>
            <a:off x="0" y="6253124"/>
            <a:ext cx="6858000" cy="62865"/>
          </a:xfrm>
          <a:prstGeom prst="rect">
            <a:avLst/>
          </a:prstGeom>
          <a:solidFill>
            <a:srgbClr val="000000">
              <a:alpha val="7963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Degradê de leitura"/>
          <p:cNvSpPr/>
          <p:nvPr/>
        </p:nvSpPr>
        <p:spPr>
          <a:xfrm>
            <a:off x="0" y="6314160"/>
            <a:ext cx="6858000" cy="62865"/>
          </a:xfrm>
          <a:prstGeom prst="rect">
            <a:avLst/>
          </a:prstGeom>
          <a:solidFill>
            <a:srgbClr val="000000">
              <a:alpha val="8019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egradê de leitura"/>
          <p:cNvSpPr/>
          <p:nvPr/>
        </p:nvSpPr>
        <p:spPr>
          <a:xfrm>
            <a:off x="0" y="6375196"/>
            <a:ext cx="6858000" cy="62865"/>
          </a:xfrm>
          <a:prstGeom prst="rect">
            <a:avLst/>
          </a:prstGeom>
          <a:solidFill>
            <a:srgbClr val="000000">
              <a:alpha val="8074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Degradê de leitura"/>
          <p:cNvSpPr/>
          <p:nvPr/>
        </p:nvSpPr>
        <p:spPr>
          <a:xfrm>
            <a:off x="0" y="6436233"/>
            <a:ext cx="6858000" cy="62865"/>
          </a:xfrm>
          <a:prstGeom prst="rect">
            <a:avLst/>
          </a:prstGeom>
          <a:solidFill>
            <a:srgbClr val="000000">
              <a:alpha val="812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Degradê de leitura"/>
          <p:cNvSpPr/>
          <p:nvPr/>
        </p:nvSpPr>
        <p:spPr>
          <a:xfrm>
            <a:off x="0" y="6497269"/>
            <a:ext cx="6858000" cy="62865"/>
          </a:xfrm>
          <a:prstGeom prst="rect">
            <a:avLst/>
          </a:prstGeom>
          <a:solidFill>
            <a:srgbClr val="000000">
              <a:alpha val="818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Degradê de leitura"/>
          <p:cNvSpPr/>
          <p:nvPr/>
        </p:nvSpPr>
        <p:spPr>
          <a:xfrm>
            <a:off x="0" y="6558305"/>
            <a:ext cx="6858000" cy="62865"/>
          </a:xfrm>
          <a:prstGeom prst="rect">
            <a:avLst/>
          </a:prstGeom>
          <a:solidFill>
            <a:srgbClr val="000000">
              <a:alpha val="8238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Degradê de leitura"/>
          <p:cNvSpPr/>
          <p:nvPr/>
        </p:nvSpPr>
        <p:spPr>
          <a:xfrm>
            <a:off x="0" y="6619341"/>
            <a:ext cx="6858000" cy="62865"/>
          </a:xfrm>
          <a:prstGeom prst="rect">
            <a:avLst/>
          </a:prstGeom>
          <a:solidFill>
            <a:srgbClr val="000000">
              <a:alpha val="8291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Degradê de leitura"/>
          <p:cNvSpPr/>
          <p:nvPr/>
        </p:nvSpPr>
        <p:spPr>
          <a:xfrm>
            <a:off x="0" y="6680377"/>
            <a:ext cx="6858000" cy="62865"/>
          </a:xfrm>
          <a:prstGeom prst="rect">
            <a:avLst/>
          </a:prstGeom>
          <a:solidFill>
            <a:srgbClr val="000000">
              <a:alpha val="8345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Degradê de leitura"/>
          <p:cNvSpPr/>
          <p:nvPr/>
        </p:nvSpPr>
        <p:spPr>
          <a:xfrm>
            <a:off x="0" y="6741414"/>
            <a:ext cx="6858000" cy="62865"/>
          </a:xfrm>
          <a:prstGeom prst="rect">
            <a:avLst/>
          </a:prstGeom>
          <a:solidFill>
            <a:srgbClr val="000000">
              <a:alpha val="8398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Degradê de leitura"/>
          <p:cNvSpPr/>
          <p:nvPr/>
        </p:nvSpPr>
        <p:spPr>
          <a:xfrm>
            <a:off x="0" y="6802450"/>
            <a:ext cx="6858000" cy="62865"/>
          </a:xfrm>
          <a:prstGeom prst="rect">
            <a:avLst/>
          </a:prstGeom>
          <a:solidFill>
            <a:srgbClr val="000000">
              <a:alpha val="8450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Degradê de leitura"/>
          <p:cNvSpPr/>
          <p:nvPr/>
        </p:nvSpPr>
        <p:spPr>
          <a:xfrm>
            <a:off x="0" y="6863486"/>
            <a:ext cx="6858000" cy="62865"/>
          </a:xfrm>
          <a:prstGeom prst="rect">
            <a:avLst/>
          </a:prstGeom>
          <a:solidFill>
            <a:srgbClr val="000000">
              <a:alpha val="850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Degradê de leitura"/>
          <p:cNvSpPr/>
          <p:nvPr/>
        </p:nvSpPr>
        <p:spPr>
          <a:xfrm>
            <a:off x="0" y="6924522"/>
            <a:ext cx="6858000" cy="62865"/>
          </a:xfrm>
          <a:prstGeom prst="rect">
            <a:avLst/>
          </a:prstGeom>
          <a:solidFill>
            <a:srgbClr val="000000">
              <a:alpha val="8554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Degradê de leitura"/>
          <p:cNvSpPr/>
          <p:nvPr/>
        </p:nvSpPr>
        <p:spPr>
          <a:xfrm>
            <a:off x="0" y="6985558"/>
            <a:ext cx="6858000" cy="62865"/>
          </a:xfrm>
          <a:prstGeom prst="rect">
            <a:avLst/>
          </a:prstGeom>
          <a:solidFill>
            <a:srgbClr val="000000">
              <a:alpha val="8606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Degradê de leitura"/>
          <p:cNvSpPr/>
          <p:nvPr/>
        </p:nvSpPr>
        <p:spPr>
          <a:xfrm>
            <a:off x="0" y="7046595"/>
            <a:ext cx="6858000" cy="62865"/>
          </a:xfrm>
          <a:prstGeom prst="rect">
            <a:avLst/>
          </a:prstGeom>
          <a:solidFill>
            <a:srgbClr val="000000">
              <a:alpha val="8657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Degradê de leitura"/>
          <p:cNvSpPr/>
          <p:nvPr/>
        </p:nvSpPr>
        <p:spPr>
          <a:xfrm>
            <a:off x="0" y="7107631"/>
            <a:ext cx="6858000" cy="62865"/>
          </a:xfrm>
          <a:prstGeom prst="rect">
            <a:avLst/>
          </a:prstGeom>
          <a:solidFill>
            <a:srgbClr val="000000">
              <a:alpha val="8708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Degradê de leitura"/>
          <p:cNvSpPr/>
          <p:nvPr/>
        </p:nvSpPr>
        <p:spPr>
          <a:xfrm>
            <a:off x="0" y="7168667"/>
            <a:ext cx="6858000" cy="62865"/>
          </a:xfrm>
          <a:prstGeom prst="rect">
            <a:avLst/>
          </a:prstGeom>
          <a:solidFill>
            <a:srgbClr val="000000">
              <a:alpha val="8758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Degradê de leitura"/>
          <p:cNvSpPr/>
          <p:nvPr/>
        </p:nvSpPr>
        <p:spPr>
          <a:xfrm>
            <a:off x="0" y="7229703"/>
            <a:ext cx="6858000" cy="62865"/>
          </a:xfrm>
          <a:prstGeom prst="rect">
            <a:avLst/>
          </a:prstGeom>
          <a:solidFill>
            <a:srgbClr val="000000">
              <a:alpha val="8808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Degradê de leitura"/>
          <p:cNvSpPr/>
          <p:nvPr/>
        </p:nvSpPr>
        <p:spPr>
          <a:xfrm>
            <a:off x="0" y="7290739"/>
            <a:ext cx="6858000" cy="62865"/>
          </a:xfrm>
          <a:prstGeom prst="rect">
            <a:avLst/>
          </a:prstGeom>
          <a:solidFill>
            <a:srgbClr val="000000">
              <a:alpha val="8858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Degradê de leitura"/>
          <p:cNvSpPr/>
          <p:nvPr/>
        </p:nvSpPr>
        <p:spPr>
          <a:xfrm>
            <a:off x="0" y="7351775"/>
            <a:ext cx="6858000" cy="62865"/>
          </a:xfrm>
          <a:prstGeom prst="rect">
            <a:avLst/>
          </a:prstGeom>
          <a:solidFill>
            <a:srgbClr val="000000">
              <a:alpha val="890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egradê de leitura"/>
          <p:cNvSpPr/>
          <p:nvPr/>
        </p:nvSpPr>
        <p:spPr>
          <a:xfrm>
            <a:off x="0" y="7412812"/>
            <a:ext cx="6858000" cy="62865"/>
          </a:xfrm>
          <a:prstGeom prst="rect">
            <a:avLst/>
          </a:prstGeom>
          <a:solidFill>
            <a:srgbClr val="000000">
              <a:alpha val="8957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egradê de leitura"/>
          <p:cNvSpPr/>
          <p:nvPr/>
        </p:nvSpPr>
        <p:spPr>
          <a:xfrm>
            <a:off x="0" y="7473848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egradê de leitura"/>
          <p:cNvSpPr/>
          <p:nvPr/>
        </p:nvSpPr>
        <p:spPr>
          <a:xfrm>
            <a:off x="0" y="7534884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egradê de leitura"/>
          <p:cNvSpPr/>
          <p:nvPr/>
        </p:nvSpPr>
        <p:spPr>
          <a:xfrm>
            <a:off x="0" y="7595920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Degradê de leitura"/>
          <p:cNvSpPr/>
          <p:nvPr/>
        </p:nvSpPr>
        <p:spPr>
          <a:xfrm>
            <a:off x="0" y="7656957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egradê de leitura"/>
          <p:cNvSpPr/>
          <p:nvPr/>
        </p:nvSpPr>
        <p:spPr>
          <a:xfrm>
            <a:off x="0" y="7717993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Degradê de leitura"/>
          <p:cNvSpPr/>
          <p:nvPr/>
        </p:nvSpPr>
        <p:spPr>
          <a:xfrm>
            <a:off x="0" y="7779029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Degradê de leitura"/>
          <p:cNvSpPr/>
          <p:nvPr/>
        </p:nvSpPr>
        <p:spPr>
          <a:xfrm>
            <a:off x="0" y="7840065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Degradê de leitura"/>
          <p:cNvSpPr/>
          <p:nvPr/>
        </p:nvSpPr>
        <p:spPr>
          <a:xfrm>
            <a:off x="0" y="7901101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Degradê de leitura"/>
          <p:cNvSpPr/>
          <p:nvPr/>
        </p:nvSpPr>
        <p:spPr>
          <a:xfrm>
            <a:off x="0" y="7962138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Degradê de leitura"/>
          <p:cNvSpPr/>
          <p:nvPr/>
        </p:nvSpPr>
        <p:spPr>
          <a:xfrm>
            <a:off x="0" y="8023174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Degradê de leitura"/>
          <p:cNvSpPr/>
          <p:nvPr/>
        </p:nvSpPr>
        <p:spPr>
          <a:xfrm>
            <a:off x="0" y="8084210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Degradê de leitura"/>
          <p:cNvSpPr/>
          <p:nvPr/>
        </p:nvSpPr>
        <p:spPr>
          <a:xfrm>
            <a:off x="0" y="8145246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Degradê de leitura"/>
          <p:cNvSpPr/>
          <p:nvPr/>
        </p:nvSpPr>
        <p:spPr>
          <a:xfrm>
            <a:off x="0" y="8206282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Degradê de leitura"/>
          <p:cNvSpPr/>
          <p:nvPr/>
        </p:nvSpPr>
        <p:spPr>
          <a:xfrm>
            <a:off x="0" y="8267319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Degradê de leitura"/>
          <p:cNvSpPr/>
          <p:nvPr/>
        </p:nvSpPr>
        <p:spPr>
          <a:xfrm>
            <a:off x="0" y="8328355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Degradê de leitura"/>
          <p:cNvSpPr/>
          <p:nvPr/>
        </p:nvSpPr>
        <p:spPr>
          <a:xfrm>
            <a:off x="0" y="8389391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Degradê de leitura"/>
          <p:cNvSpPr/>
          <p:nvPr/>
        </p:nvSpPr>
        <p:spPr>
          <a:xfrm>
            <a:off x="0" y="8450427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Degradê de leitura"/>
          <p:cNvSpPr/>
          <p:nvPr/>
        </p:nvSpPr>
        <p:spPr>
          <a:xfrm>
            <a:off x="0" y="8511463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raço vermelho"/>
          <p:cNvSpPr/>
          <p:nvPr/>
        </p:nvSpPr>
        <p:spPr>
          <a:xfrm rot="20040000">
            <a:off x="6327648" y="3182112"/>
            <a:ext cx="530352" cy="32004"/>
          </a:xfrm>
          <a:prstGeom prst="rect">
            <a:avLst/>
          </a:prstGeom>
          <a:solidFill>
            <a:srgbClr val="FF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ítulo editável"/>
          <p:cNvSpPr txBox="1"/>
          <p:nvPr/>
        </p:nvSpPr>
        <p:spPr>
          <a:xfrm>
            <a:off x="457200" y="3246120"/>
            <a:ext cx="5943600" cy="2697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8632"/>
              </a:lnSpc>
              <a:spcBef>
                <a:spcPts val="0"/>
              </a:spcBef>
              <a:spcAft>
                <a:spcPts val="0"/>
              </a:spcAft>
            </a:pPr>
            <a:r>
              <a:rPr sz="8300" b="0">
                <a:solidFill>
                  <a:srgbClr val="FFFFFF"/>
                </a:solidFill>
                <a:latin typeface="Barlow Condensed Black"/>
              </a:rPr>
              <a:t>VITAMINA</a:t>
            </a:r>
          </a:p>
          <a:p>
            <a:pPr>
              <a:lnSpc>
                <a:spcPts val="8632"/>
              </a:lnSpc>
              <a:spcBef>
                <a:spcPts val="0"/>
              </a:spcBef>
              <a:spcAft>
                <a:spcPts val="0"/>
              </a:spcAft>
            </a:pPr>
            <a:r>
              <a:rPr sz="8300" b="0">
                <a:solidFill>
                  <a:srgbClr val="FFFFFF"/>
                </a:solidFill>
                <a:latin typeface="Barlow Condensed Black"/>
              </a:rPr>
              <a:t>C.</a:t>
            </a:r>
          </a:p>
        </p:txBody>
      </p:sp>
      <p:sp>
        <p:nvSpPr>
          <p:cNvPr id="106" name="Destaque editável"/>
          <p:cNvSpPr txBox="1"/>
          <p:nvPr/>
        </p:nvSpPr>
        <p:spPr>
          <a:xfrm>
            <a:off x="457200" y="5532120"/>
            <a:ext cx="594360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496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1427"/>
                </a:solidFill>
                <a:latin typeface="Barlow Condensed Black"/>
              </a:rPr>
              <a:t>COLÁGENO + FERRO</a:t>
            </a:r>
          </a:p>
        </p:txBody>
      </p:sp>
      <p:sp>
        <p:nvSpPr>
          <p:cNvPr id="107" name="Explicação editável"/>
          <p:cNvSpPr txBox="1"/>
          <p:nvPr/>
        </p:nvSpPr>
        <p:spPr>
          <a:xfrm>
            <a:off x="457200" y="6080760"/>
            <a:ext cx="5943600" cy="137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851"/>
              </a:lnSpc>
              <a:spcBef>
                <a:spcPts val="0"/>
              </a:spcBef>
              <a:spcAft>
                <a:spcPts val="0"/>
              </a:spcAft>
            </a:pPr>
            <a:r>
              <a:rPr sz="1780" b="1">
                <a:solidFill>
                  <a:srgbClr val="FFFFFF"/>
                </a:solidFill>
                <a:latin typeface="Inter"/>
              </a:rPr>
              <a:t>Ajuda a formar colágeno, importante</a:t>
            </a:r>
          </a:p>
          <a:p>
            <a:pPr>
              <a:lnSpc>
                <a:spcPts val="1851"/>
              </a:lnSpc>
              <a:spcBef>
                <a:spcPts val="0"/>
              </a:spcBef>
              <a:spcAft>
                <a:spcPts val="0"/>
              </a:spcAft>
            </a:pPr>
            <a:r>
              <a:rPr sz="1780" b="1">
                <a:solidFill>
                  <a:srgbClr val="FFFFFF"/>
                </a:solidFill>
                <a:latin typeface="Inter"/>
              </a:rPr>
              <a:t>para a pele e outros tecidos.</a:t>
            </a:r>
          </a:p>
          <a:p>
            <a:pPr>
              <a:lnSpc>
                <a:spcPts val="1851"/>
              </a:lnSpc>
              <a:spcBef>
                <a:spcPts val="0"/>
              </a:spcBef>
              <a:spcAft>
                <a:spcPts val="0"/>
              </a:spcAft>
            </a:pPr>
            <a:r>
              <a:rPr sz="1780" b="1">
                <a:solidFill>
                  <a:srgbClr val="FFFFFF"/>
                </a:solidFill>
                <a:latin typeface="Inter"/>
              </a:rPr>
              <a:t>Contribui para o sistema imune</a:t>
            </a:r>
          </a:p>
          <a:p>
            <a:pPr>
              <a:lnSpc>
                <a:spcPts val="1851"/>
              </a:lnSpc>
              <a:spcBef>
                <a:spcPts val="0"/>
              </a:spcBef>
              <a:spcAft>
                <a:spcPts val="0"/>
              </a:spcAft>
            </a:pPr>
            <a:r>
              <a:rPr sz="1780" b="1">
                <a:solidFill>
                  <a:srgbClr val="FFFFFF"/>
                </a:solidFill>
                <a:latin typeface="Inter"/>
              </a:rPr>
              <a:t>e melhora a absorção do ferro</a:t>
            </a:r>
          </a:p>
          <a:p>
            <a:pPr>
              <a:lnSpc>
                <a:spcPts val="1851"/>
              </a:lnSpc>
              <a:spcBef>
                <a:spcPts val="0"/>
              </a:spcBef>
              <a:spcAft>
                <a:spcPts val="0"/>
              </a:spcAft>
            </a:pPr>
            <a:r>
              <a:rPr sz="1780" b="1">
                <a:solidFill>
                  <a:srgbClr val="FFFFFF"/>
                </a:solidFill>
                <a:latin typeface="Inter"/>
              </a:rPr>
              <a:t>dos alimentos vegetais.</a:t>
            </a:r>
          </a:p>
        </p:txBody>
      </p:sp>
      <p:sp>
        <p:nvSpPr>
          <p:cNvPr id="108" name="Chamada vermelha editável"/>
          <p:cNvSpPr/>
          <p:nvPr/>
        </p:nvSpPr>
        <p:spPr>
          <a:xfrm>
            <a:off x="457200" y="7543800"/>
            <a:ext cx="5943600" cy="530352"/>
          </a:xfrm>
          <a:prstGeom prst="roundRect">
            <a:avLst>
              <a:gd name="adj" fmla="val 50000"/>
            </a:avLst>
          </a:prstGeom>
          <a:solidFill>
            <a:srgbClr val="FF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Chamada editável"/>
          <p:cNvSpPr txBox="1"/>
          <p:nvPr/>
        </p:nvSpPr>
        <p:spPr>
          <a:xfrm>
            <a:off x="713232" y="7671816"/>
            <a:ext cx="544068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768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Barlow Condensed Black"/>
              </a:rPr>
              <a:t>VOCÊ JÁ SABIA? CONTINUE</a:t>
            </a:r>
          </a:p>
        </p:txBody>
      </p:sp>
      <p:sp>
        <p:nvSpPr>
          <p:cNvPr id="110" name="Página"/>
          <p:cNvSpPr txBox="1"/>
          <p:nvPr/>
        </p:nvSpPr>
        <p:spPr>
          <a:xfrm>
            <a:off x="457200" y="8266175"/>
            <a:ext cx="9144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967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FFFFFF"/>
                </a:solidFill>
                <a:latin typeface="Barlow Condensed Black"/>
              </a:rPr>
              <a:t>02 / 06</a:t>
            </a:r>
          </a:p>
        </p:txBody>
      </p:sp>
      <p:sp>
        <p:nvSpPr>
          <p:cNvPr id="111" name="Indicador de sequência"/>
          <p:cNvSpPr/>
          <p:nvPr/>
        </p:nvSpPr>
        <p:spPr>
          <a:xfrm>
            <a:off x="5413248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Indicador de sequência"/>
          <p:cNvSpPr/>
          <p:nvPr/>
        </p:nvSpPr>
        <p:spPr>
          <a:xfrm>
            <a:off x="5586984" y="8284464"/>
            <a:ext cx="64008" cy="64008"/>
          </a:xfrm>
          <a:prstGeom prst="ellipse">
            <a:avLst/>
          </a:prstGeom>
          <a:solidFill>
            <a:srgbClr val="FF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Indicador de sequência"/>
          <p:cNvSpPr/>
          <p:nvPr/>
        </p:nvSpPr>
        <p:spPr>
          <a:xfrm>
            <a:off x="5760720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Indicador de sequência"/>
          <p:cNvSpPr/>
          <p:nvPr/>
        </p:nvSpPr>
        <p:spPr>
          <a:xfrm>
            <a:off x="5934456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Indicador de sequência"/>
          <p:cNvSpPr/>
          <p:nvPr/>
        </p:nvSpPr>
        <p:spPr>
          <a:xfrm>
            <a:off x="6108192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Indicador de sequência"/>
          <p:cNvSpPr/>
          <p:nvPr/>
        </p:nvSpPr>
        <p:spPr>
          <a:xfrm>
            <a:off x="6281928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OTO DE FUNDO — SUBSTITUIR — CARD 03" descr="fundo-puravi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8572500"/>
          </a:xfrm>
          <a:prstGeom prst="rect">
            <a:avLst/>
          </a:prstGeom>
        </p:spPr>
      </p:pic>
      <p:sp>
        <p:nvSpPr>
          <p:cNvPr id="3" name="Contraste geral"/>
          <p:cNvSpPr/>
          <p:nvPr/>
        </p:nvSpPr>
        <p:spPr>
          <a:xfrm>
            <a:off x="0" y="0"/>
            <a:ext cx="6858000" cy="8572500"/>
          </a:xfrm>
          <a:prstGeom prst="rect">
            <a:avLst/>
          </a:prstGeom>
          <a:solidFill>
            <a:srgbClr val="00000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gradê de leitura"/>
          <p:cNvSpPr/>
          <p:nvPr/>
        </p:nvSpPr>
        <p:spPr>
          <a:xfrm>
            <a:off x="0" y="2468880"/>
            <a:ext cx="6858000" cy="62865"/>
          </a:xfrm>
          <a:prstGeom prst="rect">
            <a:avLst/>
          </a:prstGeom>
          <a:solidFill>
            <a:srgbClr val="000000">
              <a:alpha val="1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gradê de leitura"/>
          <p:cNvSpPr/>
          <p:nvPr/>
        </p:nvSpPr>
        <p:spPr>
          <a:xfrm>
            <a:off x="0" y="2529916"/>
            <a:ext cx="6858000" cy="62865"/>
          </a:xfrm>
          <a:prstGeom prst="rect">
            <a:avLst/>
          </a:prstGeom>
          <a:solidFill>
            <a:srgbClr val="000000">
              <a:alpha val="2079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gradê de leitura"/>
          <p:cNvSpPr/>
          <p:nvPr/>
        </p:nvSpPr>
        <p:spPr>
          <a:xfrm>
            <a:off x="0" y="2590952"/>
            <a:ext cx="6858000" cy="62865"/>
          </a:xfrm>
          <a:prstGeom prst="rect">
            <a:avLst/>
          </a:prstGeom>
          <a:solidFill>
            <a:srgbClr val="000000">
              <a:alpha val="241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gradê de leitura"/>
          <p:cNvSpPr/>
          <p:nvPr/>
        </p:nvSpPr>
        <p:spPr>
          <a:xfrm>
            <a:off x="0" y="2651988"/>
            <a:ext cx="6858000" cy="62865"/>
          </a:xfrm>
          <a:prstGeom prst="rect">
            <a:avLst/>
          </a:prstGeom>
          <a:solidFill>
            <a:srgbClr val="000000">
              <a:alpha val="267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gradê de leitura"/>
          <p:cNvSpPr/>
          <p:nvPr/>
        </p:nvSpPr>
        <p:spPr>
          <a:xfrm>
            <a:off x="0" y="2713024"/>
            <a:ext cx="6858000" cy="62865"/>
          </a:xfrm>
          <a:prstGeom prst="rect">
            <a:avLst/>
          </a:prstGeom>
          <a:solidFill>
            <a:srgbClr val="000000">
              <a:alpha val="2902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gradê de leitura"/>
          <p:cNvSpPr/>
          <p:nvPr/>
        </p:nvSpPr>
        <p:spPr>
          <a:xfrm>
            <a:off x="0" y="2774061"/>
            <a:ext cx="6858000" cy="62865"/>
          </a:xfrm>
          <a:prstGeom prst="rect">
            <a:avLst/>
          </a:prstGeom>
          <a:solidFill>
            <a:srgbClr val="000000">
              <a:alpha val="3099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gradê de leitura"/>
          <p:cNvSpPr/>
          <p:nvPr/>
        </p:nvSpPr>
        <p:spPr>
          <a:xfrm>
            <a:off x="0" y="2835097"/>
            <a:ext cx="6858000" cy="62865"/>
          </a:xfrm>
          <a:prstGeom prst="rect">
            <a:avLst/>
          </a:prstGeom>
          <a:solidFill>
            <a:srgbClr val="000000">
              <a:alpha val="327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gradê de leitura"/>
          <p:cNvSpPr/>
          <p:nvPr/>
        </p:nvSpPr>
        <p:spPr>
          <a:xfrm>
            <a:off x="0" y="2896133"/>
            <a:ext cx="6858000" cy="62865"/>
          </a:xfrm>
          <a:prstGeom prst="rect">
            <a:avLst/>
          </a:prstGeom>
          <a:solidFill>
            <a:srgbClr val="000000">
              <a:alpha val="344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egradê de leitura"/>
          <p:cNvSpPr/>
          <p:nvPr/>
        </p:nvSpPr>
        <p:spPr>
          <a:xfrm>
            <a:off x="0" y="2957169"/>
            <a:ext cx="6858000" cy="62865"/>
          </a:xfrm>
          <a:prstGeom prst="rect">
            <a:avLst/>
          </a:prstGeom>
          <a:solidFill>
            <a:srgbClr val="000000">
              <a:alpha val="3597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egradê de leitura"/>
          <p:cNvSpPr/>
          <p:nvPr/>
        </p:nvSpPr>
        <p:spPr>
          <a:xfrm>
            <a:off x="0" y="3018205"/>
            <a:ext cx="6858000" cy="62865"/>
          </a:xfrm>
          <a:prstGeom prst="rect">
            <a:avLst/>
          </a:prstGeom>
          <a:solidFill>
            <a:srgbClr val="000000">
              <a:alpha val="374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egradê de leitura"/>
          <p:cNvSpPr/>
          <p:nvPr/>
        </p:nvSpPr>
        <p:spPr>
          <a:xfrm>
            <a:off x="0" y="3079242"/>
            <a:ext cx="6858000" cy="62865"/>
          </a:xfrm>
          <a:prstGeom prst="rect">
            <a:avLst/>
          </a:prstGeom>
          <a:solidFill>
            <a:srgbClr val="000000">
              <a:alpha val="3880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egradê de leitura"/>
          <p:cNvSpPr/>
          <p:nvPr/>
        </p:nvSpPr>
        <p:spPr>
          <a:xfrm>
            <a:off x="0" y="3140278"/>
            <a:ext cx="6858000" cy="62865"/>
          </a:xfrm>
          <a:prstGeom prst="rect">
            <a:avLst/>
          </a:prstGeom>
          <a:solidFill>
            <a:srgbClr val="000000">
              <a:alpha val="4011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egradê de leitura"/>
          <p:cNvSpPr/>
          <p:nvPr/>
        </p:nvSpPr>
        <p:spPr>
          <a:xfrm>
            <a:off x="0" y="3201314"/>
            <a:ext cx="6858000" cy="62865"/>
          </a:xfrm>
          <a:prstGeom prst="rect">
            <a:avLst/>
          </a:prstGeom>
          <a:solidFill>
            <a:srgbClr val="000000">
              <a:alpha val="4137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egradê de leitura"/>
          <p:cNvSpPr/>
          <p:nvPr/>
        </p:nvSpPr>
        <p:spPr>
          <a:xfrm>
            <a:off x="0" y="3262350"/>
            <a:ext cx="6858000" cy="62865"/>
          </a:xfrm>
          <a:prstGeom prst="rect">
            <a:avLst/>
          </a:prstGeom>
          <a:solidFill>
            <a:srgbClr val="000000">
              <a:alpha val="425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egradê de leitura"/>
          <p:cNvSpPr/>
          <p:nvPr/>
        </p:nvSpPr>
        <p:spPr>
          <a:xfrm>
            <a:off x="0" y="3323386"/>
            <a:ext cx="6858000" cy="62865"/>
          </a:xfrm>
          <a:prstGeom prst="rect">
            <a:avLst/>
          </a:prstGeom>
          <a:solidFill>
            <a:srgbClr val="000000">
              <a:alpha val="4373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egradê de leitura"/>
          <p:cNvSpPr/>
          <p:nvPr/>
        </p:nvSpPr>
        <p:spPr>
          <a:xfrm>
            <a:off x="0" y="3384423"/>
            <a:ext cx="6858000" cy="62865"/>
          </a:xfrm>
          <a:prstGeom prst="rect">
            <a:avLst/>
          </a:prstGeom>
          <a:solidFill>
            <a:srgbClr val="000000">
              <a:alpha val="4486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egradê de leitura"/>
          <p:cNvSpPr/>
          <p:nvPr/>
        </p:nvSpPr>
        <p:spPr>
          <a:xfrm>
            <a:off x="0" y="3445459"/>
            <a:ext cx="6858000" cy="62865"/>
          </a:xfrm>
          <a:prstGeom prst="rect">
            <a:avLst/>
          </a:prstGeom>
          <a:solidFill>
            <a:srgbClr val="000000">
              <a:alpha val="4594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egradê de leitura"/>
          <p:cNvSpPr/>
          <p:nvPr/>
        </p:nvSpPr>
        <p:spPr>
          <a:xfrm>
            <a:off x="0" y="3506495"/>
            <a:ext cx="6858000" cy="62865"/>
          </a:xfrm>
          <a:prstGeom prst="rect">
            <a:avLst/>
          </a:prstGeom>
          <a:solidFill>
            <a:srgbClr val="000000">
              <a:alpha val="470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egradê de leitura"/>
          <p:cNvSpPr/>
          <p:nvPr/>
        </p:nvSpPr>
        <p:spPr>
          <a:xfrm>
            <a:off x="0" y="3567531"/>
            <a:ext cx="6858000" cy="62865"/>
          </a:xfrm>
          <a:prstGeom prst="rect">
            <a:avLst/>
          </a:prstGeom>
          <a:solidFill>
            <a:srgbClr val="000000">
              <a:alpha val="4802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egradê de leitura"/>
          <p:cNvSpPr/>
          <p:nvPr/>
        </p:nvSpPr>
        <p:spPr>
          <a:xfrm>
            <a:off x="0" y="3628567"/>
            <a:ext cx="6858000" cy="62865"/>
          </a:xfrm>
          <a:prstGeom prst="rect">
            <a:avLst/>
          </a:prstGeom>
          <a:solidFill>
            <a:srgbClr val="000000">
              <a:alpha val="490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egradê de leitura"/>
          <p:cNvSpPr/>
          <p:nvPr/>
        </p:nvSpPr>
        <p:spPr>
          <a:xfrm>
            <a:off x="0" y="3689604"/>
            <a:ext cx="6858000" cy="62865"/>
          </a:xfrm>
          <a:prstGeom prst="rect">
            <a:avLst/>
          </a:prstGeom>
          <a:solidFill>
            <a:srgbClr val="000000">
              <a:alpha val="5000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egradê de leitura"/>
          <p:cNvSpPr/>
          <p:nvPr/>
        </p:nvSpPr>
        <p:spPr>
          <a:xfrm>
            <a:off x="0" y="3750640"/>
            <a:ext cx="6858000" cy="62865"/>
          </a:xfrm>
          <a:prstGeom prst="rect">
            <a:avLst/>
          </a:prstGeom>
          <a:solidFill>
            <a:srgbClr val="000000">
              <a:alpha val="5095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egradê de leitura"/>
          <p:cNvSpPr/>
          <p:nvPr/>
        </p:nvSpPr>
        <p:spPr>
          <a:xfrm>
            <a:off x="0" y="3811676"/>
            <a:ext cx="6858000" cy="62865"/>
          </a:xfrm>
          <a:prstGeom prst="rect">
            <a:avLst/>
          </a:prstGeom>
          <a:solidFill>
            <a:srgbClr val="000000">
              <a:alpha val="5188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egradê de leitura"/>
          <p:cNvSpPr/>
          <p:nvPr/>
        </p:nvSpPr>
        <p:spPr>
          <a:xfrm>
            <a:off x="0" y="3872712"/>
            <a:ext cx="6858000" cy="62865"/>
          </a:xfrm>
          <a:prstGeom prst="rect">
            <a:avLst/>
          </a:prstGeom>
          <a:solidFill>
            <a:srgbClr val="000000">
              <a:alpha val="527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egradê de leitura"/>
          <p:cNvSpPr/>
          <p:nvPr/>
        </p:nvSpPr>
        <p:spPr>
          <a:xfrm>
            <a:off x="0" y="3933748"/>
            <a:ext cx="6858000" cy="62865"/>
          </a:xfrm>
          <a:prstGeom prst="rect">
            <a:avLst/>
          </a:prstGeom>
          <a:solidFill>
            <a:srgbClr val="000000">
              <a:alpha val="5368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egradê de leitura"/>
          <p:cNvSpPr/>
          <p:nvPr/>
        </p:nvSpPr>
        <p:spPr>
          <a:xfrm>
            <a:off x="0" y="3994785"/>
            <a:ext cx="6858000" cy="62865"/>
          </a:xfrm>
          <a:prstGeom prst="rect">
            <a:avLst/>
          </a:prstGeom>
          <a:solidFill>
            <a:srgbClr val="000000">
              <a:alpha val="5455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egradê de leitura"/>
          <p:cNvSpPr/>
          <p:nvPr/>
        </p:nvSpPr>
        <p:spPr>
          <a:xfrm>
            <a:off x="0" y="4055821"/>
            <a:ext cx="6858000" cy="62865"/>
          </a:xfrm>
          <a:prstGeom prst="rect">
            <a:avLst/>
          </a:prstGeom>
          <a:solidFill>
            <a:srgbClr val="000000">
              <a:alpha val="5541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egradê de leitura"/>
          <p:cNvSpPr/>
          <p:nvPr/>
        </p:nvSpPr>
        <p:spPr>
          <a:xfrm>
            <a:off x="0" y="4116857"/>
            <a:ext cx="6858000" cy="62865"/>
          </a:xfrm>
          <a:prstGeom prst="rect">
            <a:avLst/>
          </a:prstGeom>
          <a:solidFill>
            <a:srgbClr val="000000">
              <a:alpha val="5625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egradê de leitura"/>
          <p:cNvSpPr/>
          <p:nvPr/>
        </p:nvSpPr>
        <p:spPr>
          <a:xfrm>
            <a:off x="0" y="4177893"/>
            <a:ext cx="6858000" cy="62865"/>
          </a:xfrm>
          <a:prstGeom prst="rect">
            <a:avLst/>
          </a:prstGeom>
          <a:solidFill>
            <a:srgbClr val="000000">
              <a:alpha val="5707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egradê de leitura"/>
          <p:cNvSpPr/>
          <p:nvPr/>
        </p:nvSpPr>
        <p:spPr>
          <a:xfrm>
            <a:off x="0" y="4238929"/>
            <a:ext cx="6858000" cy="62865"/>
          </a:xfrm>
          <a:prstGeom prst="rect">
            <a:avLst/>
          </a:prstGeom>
          <a:solidFill>
            <a:srgbClr val="000000">
              <a:alpha val="5788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egradê de leitura"/>
          <p:cNvSpPr/>
          <p:nvPr/>
        </p:nvSpPr>
        <p:spPr>
          <a:xfrm>
            <a:off x="0" y="4299966"/>
            <a:ext cx="6858000" cy="62865"/>
          </a:xfrm>
          <a:prstGeom prst="rect">
            <a:avLst/>
          </a:prstGeom>
          <a:solidFill>
            <a:srgbClr val="000000">
              <a:alpha val="5868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egradê de leitura"/>
          <p:cNvSpPr/>
          <p:nvPr/>
        </p:nvSpPr>
        <p:spPr>
          <a:xfrm>
            <a:off x="0" y="4361002"/>
            <a:ext cx="6858000" cy="62865"/>
          </a:xfrm>
          <a:prstGeom prst="rect">
            <a:avLst/>
          </a:prstGeom>
          <a:solidFill>
            <a:srgbClr val="000000">
              <a:alpha val="594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egradê de leitura"/>
          <p:cNvSpPr/>
          <p:nvPr/>
        </p:nvSpPr>
        <p:spPr>
          <a:xfrm>
            <a:off x="0" y="4422038"/>
            <a:ext cx="6858000" cy="62865"/>
          </a:xfrm>
          <a:prstGeom prst="rect">
            <a:avLst/>
          </a:prstGeom>
          <a:solidFill>
            <a:srgbClr val="000000">
              <a:alpha val="6024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egradê de leitura"/>
          <p:cNvSpPr/>
          <p:nvPr/>
        </p:nvSpPr>
        <p:spPr>
          <a:xfrm>
            <a:off x="0" y="4483074"/>
            <a:ext cx="6858000" cy="62865"/>
          </a:xfrm>
          <a:prstGeom prst="rect">
            <a:avLst/>
          </a:prstGeom>
          <a:solidFill>
            <a:srgbClr val="000000">
              <a:alpha val="6100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egradê de leitura"/>
          <p:cNvSpPr/>
          <p:nvPr/>
        </p:nvSpPr>
        <p:spPr>
          <a:xfrm>
            <a:off x="0" y="4544110"/>
            <a:ext cx="6858000" cy="62865"/>
          </a:xfrm>
          <a:prstGeom prst="rect">
            <a:avLst/>
          </a:prstGeom>
          <a:solidFill>
            <a:srgbClr val="000000">
              <a:alpha val="617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egradê de leitura"/>
          <p:cNvSpPr/>
          <p:nvPr/>
        </p:nvSpPr>
        <p:spPr>
          <a:xfrm>
            <a:off x="0" y="4605147"/>
            <a:ext cx="6858000" cy="62865"/>
          </a:xfrm>
          <a:prstGeom prst="rect">
            <a:avLst/>
          </a:prstGeom>
          <a:solidFill>
            <a:srgbClr val="000000">
              <a:alpha val="624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egradê de leitura"/>
          <p:cNvSpPr/>
          <p:nvPr/>
        </p:nvSpPr>
        <p:spPr>
          <a:xfrm>
            <a:off x="0" y="4666183"/>
            <a:ext cx="6858000" cy="62865"/>
          </a:xfrm>
          <a:prstGeom prst="rect">
            <a:avLst/>
          </a:prstGeom>
          <a:solidFill>
            <a:srgbClr val="000000">
              <a:alpha val="6323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egradê de leitura"/>
          <p:cNvSpPr/>
          <p:nvPr/>
        </p:nvSpPr>
        <p:spPr>
          <a:xfrm>
            <a:off x="0" y="4727219"/>
            <a:ext cx="6858000" cy="62865"/>
          </a:xfrm>
          <a:prstGeom prst="rect">
            <a:avLst/>
          </a:prstGeom>
          <a:solidFill>
            <a:srgbClr val="000000">
              <a:alpha val="6395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egradê de leitura"/>
          <p:cNvSpPr/>
          <p:nvPr/>
        </p:nvSpPr>
        <p:spPr>
          <a:xfrm>
            <a:off x="0" y="4788255"/>
            <a:ext cx="6858000" cy="62865"/>
          </a:xfrm>
          <a:prstGeom prst="rect">
            <a:avLst/>
          </a:prstGeom>
          <a:solidFill>
            <a:srgbClr val="000000">
              <a:alpha val="6466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egradê de leitura"/>
          <p:cNvSpPr/>
          <p:nvPr/>
        </p:nvSpPr>
        <p:spPr>
          <a:xfrm>
            <a:off x="0" y="4849291"/>
            <a:ext cx="6858000" cy="62865"/>
          </a:xfrm>
          <a:prstGeom prst="rect">
            <a:avLst/>
          </a:prstGeom>
          <a:solidFill>
            <a:srgbClr val="000000">
              <a:alpha val="6536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egradê de leitura"/>
          <p:cNvSpPr/>
          <p:nvPr/>
        </p:nvSpPr>
        <p:spPr>
          <a:xfrm>
            <a:off x="0" y="4910328"/>
            <a:ext cx="6858000" cy="62865"/>
          </a:xfrm>
          <a:prstGeom prst="rect">
            <a:avLst/>
          </a:prstGeom>
          <a:solidFill>
            <a:srgbClr val="000000">
              <a:alpha val="660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egradê de leitura"/>
          <p:cNvSpPr/>
          <p:nvPr/>
        </p:nvSpPr>
        <p:spPr>
          <a:xfrm>
            <a:off x="0" y="4971364"/>
            <a:ext cx="6858000" cy="62865"/>
          </a:xfrm>
          <a:prstGeom prst="rect">
            <a:avLst/>
          </a:prstGeom>
          <a:solidFill>
            <a:srgbClr val="000000">
              <a:alpha val="6674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egradê de leitura"/>
          <p:cNvSpPr/>
          <p:nvPr/>
        </p:nvSpPr>
        <p:spPr>
          <a:xfrm>
            <a:off x="0" y="5032400"/>
            <a:ext cx="6858000" cy="62865"/>
          </a:xfrm>
          <a:prstGeom prst="rect">
            <a:avLst/>
          </a:prstGeom>
          <a:solidFill>
            <a:srgbClr val="000000">
              <a:alpha val="674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Degradê de leitura"/>
          <p:cNvSpPr/>
          <p:nvPr/>
        </p:nvSpPr>
        <p:spPr>
          <a:xfrm>
            <a:off x="0" y="5093436"/>
            <a:ext cx="6858000" cy="62865"/>
          </a:xfrm>
          <a:prstGeom prst="rect">
            <a:avLst/>
          </a:prstGeom>
          <a:solidFill>
            <a:srgbClr val="000000">
              <a:alpha val="6809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egradê de leitura"/>
          <p:cNvSpPr/>
          <p:nvPr/>
        </p:nvSpPr>
        <p:spPr>
          <a:xfrm>
            <a:off x="0" y="5154472"/>
            <a:ext cx="6858000" cy="62865"/>
          </a:xfrm>
          <a:prstGeom prst="rect">
            <a:avLst/>
          </a:prstGeom>
          <a:solidFill>
            <a:srgbClr val="000000">
              <a:alpha val="6875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Degradê de leitura"/>
          <p:cNvSpPr/>
          <p:nvPr/>
        </p:nvSpPr>
        <p:spPr>
          <a:xfrm>
            <a:off x="0" y="5215509"/>
            <a:ext cx="6858000" cy="62865"/>
          </a:xfrm>
          <a:prstGeom prst="rect">
            <a:avLst/>
          </a:prstGeom>
          <a:solidFill>
            <a:srgbClr val="000000">
              <a:alpha val="6941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Degradê de leitura"/>
          <p:cNvSpPr/>
          <p:nvPr/>
        </p:nvSpPr>
        <p:spPr>
          <a:xfrm>
            <a:off x="0" y="5276545"/>
            <a:ext cx="6858000" cy="62865"/>
          </a:xfrm>
          <a:prstGeom prst="rect">
            <a:avLst/>
          </a:prstGeom>
          <a:solidFill>
            <a:srgbClr val="000000">
              <a:alpha val="7005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egradê de leitura"/>
          <p:cNvSpPr/>
          <p:nvPr/>
        </p:nvSpPr>
        <p:spPr>
          <a:xfrm>
            <a:off x="0" y="5337581"/>
            <a:ext cx="6858000" cy="62865"/>
          </a:xfrm>
          <a:prstGeom prst="rect">
            <a:avLst/>
          </a:prstGeom>
          <a:solidFill>
            <a:srgbClr val="000000">
              <a:alpha val="707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egradê de leitura"/>
          <p:cNvSpPr/>
          <p:nvPr/>
        </p:nvSpPr>
        <p:spPr>
          <a:xfrm>
            <a:off x="0" y="5398617"/>
            <a:ext cx="6858000" cy="62865"/>
          </a:xfrm>
          <a:prstGeom prst="rect">
            <a:avLst/>
          </a:prstGeom>
          <a:solidFill>
            <a:srgbClr val="000000">
              <a:alpha val="713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egradê de leitura"/>
          <p:cNvSpPr/>
          <p:nvPr/>
        </p:nvSpPr>
        <p:spPr>
          <a:xfrm>
            <a:off x="0" y="5459653"/>
            <a:ext cx="6858000" cy="62865"/>
          </a:xfrm>
          <a:prstGeom prst="rect">
            <a:avLst/>
          </a:prstGeom>
          <a:solidFill>
            <a:srgbClr val="000000">
              <a:alpha val="7196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Degradê de leitura"/>
          <p:cNvSpPr/>
          <p:nvPr/>
        </p:nvSpPr>
        <p:spPr>
          <a:xfrm>
            <a:off x="0" y="5520690"/>
            <a:ext cx="6858000" cy="62865"/>
          </a:xfrm>
          <a:prstGeom prst="rect">
            <a:avLst/>
          </a:prstGeom>
          <a:solidFill>
            <a:srgbClr val="000000">
              <a:alpha val="7258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Degradê de leitura"/>
          <p:cNvSpPr/>
          <p:nvPr/>
        </p:nvSpPr>
        <p:spPr>
          <a:xfrm>
            <a:off x="0" y="5581726"/>
            <a:ext cx="6858000" cy="62865"/>
          </a:xfrm>
          <a:prstGeom prst="rect">
            <a:avLst/>
          </a:prstGeom>
          <a:solidFill>
            <a:srgbClr val="000000">
              <a:alpha val="732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Degradê de leitura"/>
          <p:cNvSpPr/>
          <p:nvPr/>
        </p:nvSpPr>
        <p:spPr>
          <a:xfrm>
            <a:off x="0" y="5642762"/>
            <a:ext cx="6858000" cy="62865"/>
          </a:xfrm>
          <a:prstGeom prst="rect">
            <a:avLst/>
          </a:prstGeom>
          <a:solidFill>
            <a:srgbClr val="000000">
              <a:alpha val="7381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Degradê de leitura"/>
          <p:cNvSpPr/>
          <p:nvPr/>
        </p:nvSpPr>
        <p:spPr>
          <a:xfrm>
            <a:off x="0" y="5703798"/>
            <a:ext cx="6858000" cy="62865"/>
          </a:xfrm>
          <a:prstGeom prst="rect">
            <a:avLst/>
          </a:prstGeom>
          <a:solidFill>
            <a:srgbClr val="000000">
              <a:alpha val="7442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Degradê de leitura"/>
          <p:cNvSpPr/>
          <p:nvPr/>
        </p:nvSpPr>
        <p:spPr>
          <a:xfrm>
            <a:off x="0" y="5764834"/>
            <a:ext cx="6858000" cy="62865"/>
          </a:xfrm>
          <a:prstGeom prst="rect">
            <a:avLst/>
          </a:prstGeom>
          <a:solidFill>
            <a:srgbClr val="000000">
              <a:alpha val="7502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egradê de leitura"/>
          <p:cNvSpPr/>
          <p:nvPr/>
        </p:nvSpPr>
        <p:spPr>
          <a:xfrm>
            <a:off x="0" y="5825871"/>
            <a:ext cx="6858000" cy="62865"/>
          </a:xfrm>
          <a:prstGeom prst="rect">
            <a:avLst/>
          </a:prstGeom>
          <a:solidFill>
            <a:srgbClr val="000000">
              <a:alpha val="7561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Degradê de leitura"/>
          <p:cNvSpPr/>
          <p:nvPr/>
        </p:nvSpPr>
        <p:spPr>
          <a:xfrm>
            <a:off x="0" y="5886907"/>
            <a:ext cx="6858000" cy="62865"/>
          </a:xfrm>
          <a:prstGeom prst="rect">
            <a:avLst/>
          </a:prstGeom>
          <a:solidFill>
            <a:srgbClr val="000000">
              <a:alpha val="7620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Degradê de leitura"/>
          <p:cNvSpPr/>
          <p:nvPr/>
        </p:nvSpPr>
        <p:spPr>
          <a:xfrm>
            <a:off x="0" y="5947943"/>
            <a:ext cx="6858000" cy="62865"/>
          </a:xfrm>
          <a:prstGeom prst="rect">
            <a:avLst/>
          </a:prstGeom>
          <a:solidFill>
            <a:srgbClr val="000000">
              <a:alpha val="7678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Degradê de leitura"/>
          <p:cNvSpPr/>
          <p:nvPr/>
        </p:nvSpPr>
        <p:spPr>
          <a:xfrm>
            <a:off x="0" y="6008979"/>
            <a:ext cx="6858000" cy="62865"/>
          </a:xfrm>
          <a:prstGeom prst="rect">
            <a:avLst/>
          </a:prstGeom>
          <a:solidFill>
            <a:srgbClr val="000000">
              <a:alpha val="7736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Degradê de leitura"/>
          <p:cNvSpPr/>
          <p:nvPr/>
        </p:nvSpPr>
        <p:spPr>
          <a:xfrm>
            <a:off x="0" y="6070015"/>
            <a:ext cx="6858000" cy="62865"/>
          </a:xfrm>
          <a:prstGeom prst="rect">
            <a:avLst/>
          </a:prstGeom>
          <a:solidFill>
            <a:srgbClr val="000000">
              <a:alpha val="7794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egradê de leitura"/>
          <p:cNvSpPr/>
          <p:nvPr/>
        </p:nvSpPr>
        <p:spPr>
          <a:xfrm>
            <a:off x="0" y="6131052"/>
            <a:ext cx="6858000" cy="62865"/>
          </a:xfrm>
          <a:prstGeom prst="rect">
            <a:avLst/>
          </a:prstGeom>
          <a:solidFill>
            <a:srgbClr val="000000">
              <a:alpha val="7851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Degradê de leitura"/>
          <p:cNvSpPr/>
          <p:nvPr/>
        </p:nvSpPr>
        <p:spPr>
          <a:xfrm>
            <a:off x="0" y="6192088"/>
            <a:ext cx="6858000" cy="62865"/>
          </a:xfrm>
          <a:prstGeom prst="rect">
            <a:avLst/>
          </a:prstGeom>
          <a:solidFill>
            <a:srgbClr val="000000">
              <a:alpha val="790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Degradê de leitura"/>
          <p:cNvSpPr/>
          <p:nvPr/>
        </p:nvSpPr>
        <p:spPr>
          <a:xfrm>
            <a:off x="0" y="6253124"/>
            <a:ext cx="6858000" cy="62865"/>
          </a:xfrm>
          <a:prstGeom prst="rect">
            <a:avLst/>
          </a:prstGeom>
          <a:solidFill>
            <a:srgbClr val="000000">
              <a:alpha val="7963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Degradê de leitura"/>
          <p:cNvSpPr/>
          <p:nvPr/>
        </p:nvSpPr>
        <p:spPr>
          <a:xfrm>
            <a:off x="0" y="6314160"/>
            <a:ext cx="6858000" cy="62865"/>
          </a:xfrm>
          <a:prstGeom prst="rect">
            <a:avLst/>
          </a:prstGeom>
          <a:solidFill>
            <a:srgbClr val="000000">
              <a:alpha val="8019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egradê de leitura"/>
          <p:cNvSpPr/>
          <p:nvPr/>
        </p:nvSpPr>
        <p:spPr>
          <a:xfrm>
            <a:off x="0" y="6375196"/>
            <a:ext cx="6858000" cy="62865"/>
          </a:xfrm>
          <a:prstGeom prst="rect">
            <a:avLst/>
          </a:prstGeom>
          <a:solidFill>
            <a:srgbClr val="000000">
              <a:alpha val="8074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Degradê de leitura"/>
          <p:cNvSpPr/>
          <p:nvPr/>
        </p:nvSpPr>
        <p:spPr>
          <a:xfrm>
            <a:off x="0" y="6436233"/>
            <a:ext cx="6858000" cy="62865"/>
          </a:xfrm>
          <a:prstGeom prst="rect">
            <a:avLst/>
          </a:prstGeom>
          <a:solidFill>
            <a:srgbClr val="000000">
              <a:alpha val="812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Degradê de leitura"/>
          <p:cNvSpPr/>
          <p:nvPr/>
        </p:nvSpPr>
        <p:spPr>
          <a:xfrm>
            <a:off x="0" y="6497269"/>
            <a:ext cx="6858000" cy="62865"/>
          </a:xfrm>
          <a:prstGeom prst="rect">
            <a:avLst/>
          </a:prstGeom>
          <a:solidFill>
            <a:srgbClr val="000000">
              <a:alpha val="818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Degradê de leitura"/>
          <p:cNvSpPr/>
          <p:nvPr/>
        </p:nvSpPr>
        <p:spPr>
          <a:xfrm>
            <a:off x="0" y="6558305"/>
            <a:ext cx="6858000" cy="62865"/>
          </a:xfrm>
          <a:prstGeom prst="rect">
            <a:avLst/>
          </a:prstGeom>
          <a:solidFill>
            <a:srgbClr val="000000">
              <a:alpha val="8238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Degradê de leitura"/>
          <p:cNvSpPr/>
          <p:nvPr/>
        </p:nvSpPr>
        <p:spPr>
          <a:xfrm>
            <a:off x="0" y="6619341"/>
            <a:ext cx="6858000" cy="62865"/>
          </a:xfrm>
          <a:prstGeom prst="rect">
            <a:avLst/>
          </a:prstGeom>
          <a:solidFill>
            <a:srgbClr val="000000">
              <a:alpha val="8291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Degradê de leitura"/>
          <p:cNvSpPr/>
          <p:nvPr/>
        </p:nvSpPr>
        <p:spPr>
          <a:xfrm>
            <a:off x="0" y="6680377"/>
            <a:ext cx="6858000" cy="62865"/>
          </a:xfrm>
          <a:prstGeom prst="rect">
            <a:avLst/>
          </a:prstGeom>
          <a:solidFill>
            <a:srgbClr val="000000">
              <a:alpha val="8345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Degradê de leitura"/>
          <p:cNvSpPr/>
          <p:nvPr/>
        </p:nvSpPr>
        <p:spPr>
          <a:xfrm>
            <a:off x="0" y="6741414"/>
            <a:ext cx="6858000" cy="62865"/>
          </a:xfrm>
          <a:prstGeom prst="rect">
            <a:avLst/>
          </a:prstGeom>
          <a:solidFill>
            <a:srgbClr val="000000">
              <a:alpha val="8398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Degradê de leitura"/>
          <p:cNvSpPr/>
          <p:nvPr/>
        </p:nvSpPr>
        <p:spPr>
          <a:xfrm>
            <a:off x="0" y="6802450"/>
            <a:ext cx="6858000" cy="62865"/>
          </a:xfrm>
          <a:prstGeom prst="rect">
            <a:avLst/>
          </a:prstGeom>
          <a:solidFill>
            <a:srgbClr val="000000">
              <a:alpha val="8450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Degradê de leitura"/>
          <p:cNvSpPr/>
          <p:nvPr/>
        </p:nvSpPr>
        <p:spPr>
          <a:xfrm>
            <a:off x="0" y="6863486"/>
            <a:ext cx="6858000" cy="62865"/>
          </a:xfrm>
          <a:prstGeom prst="rect">
            <a:avLst/>
          </a:prstGeom>
          <a:solidFill>
            <a:srgbClr val="000000">
              <a:alpha val="850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Degradê de leitura"/>
          <p:cNvSpPr/>
          <p:nvPr/>
        </p:nvSpPr>
        <p:spPr>
          <a:xfrm>
            <a:off x="0" y="6924522"/>
            <a:ext cx="6858000" cy="62865"/>
          </a:xfrm>
          <a:prstGeom prst="rect">
            <a:avLst/>
          </a:prstGeom>
          <a:solidFill>
            <a:srgbClr val="000000">
              <a:alpha val="8554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Degradê de leitura"/>
          <p:cNvSpPr/>
          <p:nvPr/>
        </p:nvSpPr>
        <p:spPr>
          <a:xfrm>
            <a:off x="0" y="6985558"/>
            <a:ext cx="6858000" cy="62865"/>
          </a:xfrm>
          <a:prstGeom prst="rect">
            <a:avLst/>
          </a:prstGeom>
          <a:solidFill>
            <a:srgbClr val="000000">
              <a:alpha val="8606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Degradê de leitura"/>
          <p:cNvSpPr/>
          <p:nvPr/>
        </p:nvSpPr>
        <p:spPr>
          <a:xfrm>
            <a:off x="0" y="7046595"/>
            <a:ext cx="6858000" cy="62865"/>
          </a:xfrm>
          <a:prstGeom prst="rect">
            <a:avLst/>
          </a:prstGeom>
          <a:solidFill>
            <a:srgbClr val="000000">
              <a:alpha val="8657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Degradê de leitura"/>
          <p:cNvSpPr/>
          <p:nvPr/>
        </p:nvSpPr>
        <p:spPr>
          <a:xfrm>
            <a:off x="0" y="7107631"/>
            <a:ext cx="6858000" cy="62865"/>
          </a:xfrm>
          <a:prstGeom prst="rect">
            <a:avLst/>
          </a:prstGeom>
          <a:solidFill>
            <a:srgbClr val="000000">
              <a:alpha val="8708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Degradê de leitura"/>
          <p:cNvSpPr/>
          <p:nvPr/>
        </p:nvSpPr>
        <p:spPr>
          <a:xfrm>
            <a:off x="0" y="7168667"/>
            <a:ext cx="6858000" cy="62865"/>
          </a:xfrm>
          <a:prstGeom prst="rect">
            <a:avLst/>
          </a:prstGeom>
          <a:solidFill>
            <a:srgbClr val="000000">
              <a:alpha val="8758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Degradê de leitura"/>
          <p:cNvSpPr/>
          <p:nvPr/>
        </p:nvSpPr>
        <p:spPr>
          <a:xfrm>
            <a:off x="0" y="7229703"/>
            <a:ext cx="6858000" cy="62865"/>
          </a:xfrm>
          <a:prstGeom prst="rect">
            <a:avLst/>
          </a:prstGeom>
          <a:solidFill>
            <a:srgbClr val="000000">
              <a:alpha val="8808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Degradê de leitura"/>
          <p:cNvSpPr/>
          <p:nvPr/>
        </p:nvSpPr>
        <p:spPr>
          <a:xfrm>
            <a:off x="0" y="7290739"/>
            <a:ext cx="6858000" cy="62865"/>
          </a:xfrm>
          <a:prstGeom prst="rect">
            <a:avLst/>
          </a:prstGeom>
          <a:solidFill>
            <a:srgbClr val="000000">
              <a:alpha val="8858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Degradê de leitura"/>
          <p:cNvSpPr/>
          <p:nvPr/>
        </p:nvSpPr>
        <p:spPr>
          <a:xfrm>
            <a:off x="0" y="7351775"/>
            <a:ext cx="6858000" cy="62865"/>
          </a:xfrm>
          <a:prstGeom prst="rect">
            <a:avLst/>
          </a:prstGeom>
          <a:solidFill>
            <a:srgbClr val="000000">
              <a:alpha val="890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egradê de leitura"/>
          <p:cNvSpPr/>
          <p:nvPr/>
        </p:nvSpPr>
        <p:spPr>
          <a:xfrm>
            <a:off x="0" y="7412812"/>
            <a:ext cx="6858000" cy="62865"/>
          </a:xfrm>
          <a:prstGeom prst="rect">
            <a:avLst/>
          </a:prstGeom>
          <a:solidFill>
            <a:srgbClr val="000000">
              <a:alpha val="8957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egradê de leitura"/>
          <p:cNvSpPr/>
          <p:nvPr/>
        </p:nvSpPr>
        <p:spPr>
          <a:xfrm>
            <a:off x="0" y="7473848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egradê de leitura"/>
          <p:cNvSpPr/>
          <p:nvPr/>
        </p:nvSpPr>
        <p:spPr>
          <a:xfrm>
            <a:off x="0" y="7534884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egradê de leitura"/>
          <p:cNvSpPr/>
          <p:nvPr/>
        </p:nvSpPr>
        <p:spPr>
          <a:xfrm>
            <a:off x="0" y="7595920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Degradê de leitura"/>
          <p:cNvSpPr/>
          <p:nvPr/>
        </p:nvSpPr>
        <p:spPr>
          <a:xfrm>
            <a:off x="0" y="7656957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egradê de leitura"/>
          <p:cNvSpPr/>
          <p:nvPr/>
        </p:nvSpPr>
        <p:spPr>
          <a:xfrm>
            <a:off x="0" y="7717993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Degradê de leitura"/>
          <p:cNvSpPr/>
          <p:nvPr/>
        </p:nvSpPr>
        <p:spPr>
          <a:xfrm>
            <a:off x="0" y="7779029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Degradê de leitura"/>
          <p:cNvSpPr/>
          <p:nvPr/>
        </p:nvSpPr>
        <p:spPr>
          <a:xfrm>
            <a:off x="0" y="7840065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Degradê de leitura"/>
          <p:cNvSpPr/>
          <p:nvPr/>
        </p:nvSpPr>
        <p:spPr>
          <a:xfrm>
            <a:off x="0" y="7901101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Degradê de leitura"/>
          <p:cNvSpPr/>
          <p:nvPr/>
        </p:nvSpPr>
        <p:spPr>
          <a:xfrm>
            <a:off x="0" y="7962138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Degradê de leitura"/>
          <p:cNvSpPr/>
          <p:nvPr/>
        </p:nvSpPr>
        <p:spPr>
          <a:xfrm>
            <a:off x="0" y="8023174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Degradê de leitura"/>
          <p:cNvSpPr/>
          <p:nvPr/>
        </p:nvSpPr>
        <p:spPr>
          <a:xfrm>
            <a:off x="0" y="8084210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Degradê de leitura"/>
          <p:cNvSpPr/>
          <p:nvPr/>
        </p:nvSpPr>
        <p:spPr>
          <a:xfrm>
            <a:off x="0" y="8145246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Degradê de leitura"/>
          <p:cNvSpPr/>
          <p:nvPr/>
        </p:nvSpPr>
        <p:spPr>
          <a:xfrm>
            <a:off x="0" y="8206282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Degradê de leitura"/>
          <p:cNvSpPr/>
          <p:nvPr/>
        </p:nvSpPr>
        <p:spPr>
          <a:xfrm>
            <a:off x="0" y="8267319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Degradê de leitura"/>
          <p:cNvSpPr/>
          <p:nvPr/>
        </p:nvSpPr>
        <p:spPr>
          <a:xfrm>
            <a:off x="0" y="8328355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Degradê de leitura"/>
          <p:cNvSpPr/>
          <p:nvPr/>
        </p:nvSpPr>
        <p:spPr>
          <a:xfrm>
            <a:off x="0" y="8389391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Degradê de leitura"/>
          <p:cNvSpPr/>
          <p:nvPr/>
        </p:nvSpPr>
        <p:spPr>
          <a:xfrm>
            <a:off x="0" y="8450427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Degradê de leitura"/>
          <p:cNvSpPr/>
          <p:nvPr/>
        </p:nvSpPr>
        <p:spPr>
          <a:xfrm>
            <a:off x="0" y="8511463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raço vermelho"/>
          <p:cNvSpPr/>
          <p:nvPr/>
        </p:nvSpPr>
        <p:spPr>
          <a:xfrm rot="20040000">
            <a:off x="6327648" y="3182112"/>
            <a:ext cx="530352" cy="32004"/>
          </a:xfrm>
          <a:prstGeom prst="rect">
            <a:avLst/>
          </a:prstGeom>
          <a:solidFill>
            <a:srgbClr val="FF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ítulo editável"/>
          <p:cNvSpPr txBox="1"/>
          <p:nvPr/>
        </p:nvSpPr>
        <p:spPr>
          <a:xfrm>
            <a:off x="457200" y="3246120"/>
            <a:ext cx="5943600" cy="2697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8632"/>
              </a:lnSpc>
              <a:spcBef>
                <a:spcPts val="0"/>
              </a:spcBef>
              <a:spcAft>
                <a:spcPts val="0"/>
              </a:spcAft>
            </a:pPr>
            <a:r>
              <a:rPr sz="8300" b="0">
                <a:solidFill>
                  <a:srgbClr val="FFFFFF"/>
                </a:solidFill>
                <a:latin typeface="Barlow Condensed Black"/>
              </a:rPr>
              <a:t>VITAMINA</a:t>
            </a:r>
          </a:p>
          <a:p>
            <a:pPr>
              <a:lnSpc>
                <a:spcPts val="8632"/>
              </a:lnSpc>
              <a:spcBef>
                <a:spcPts val="0"/>
              </a:spcBef>
              <a:spcAft>
                <a:spcPts val="0"/>
              </a:spcAft>
            </a:pPr>
            <a:r>
              <a:rPr sz="8300" b="0">
                <a:solidFill>
                  <a:srgbClr val="FFFFFF"/>
                </a:solidFill>
                <a:latin typeface="Barlow Condensed Black"/>
              </a:rPr>
              <a:t>D.</a:t>
            </a:r>
          </a:p>
        </p:txBody>
      </p:sp>
      <p:sp>
        <p:nvSpPr>
          <p:cNvPr id="106" name="Destaque editável"/>
          <p:cNvSpPr txBox="1"/>
          <p:nvPr/>
        </p:nvSpPr>
        <p:spPr>
          <a:xfrm>
            <a:off x="457200" y="5532120"/>
            <a:ext cx="594360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496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1427"/>
                </a:solidFill>
                <a:latin typeface="Barlow Condensed Black"/>
              </a:rPr>
              <a:t>CÁLCIO + OSSOS</a:t>
            </a:r>
          </a:p>
        </p:txBody>
      </p:sp>
      <p:sp>
        <p:nvSpPr>
          <p:cNvPr id="107" name="Explicação editável"/>
          <p:cNvSpPr txBox="1"/>
          <p:nvPr/>
        </p:nvSpPr>
        <p:spPr>
          <a:xfrm>
            <a:off x="457200" y="6080760"/>
            <a:ext cx="5943600" cy="137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851"/>
              </a:lnSpc>
              <a:spcBef>
                <a:spcPts val="0"/>
              </a:spcBef>
              <a:spcAft>
                <a:spcPts val="0"/>
              </a:spcAft>
            </a:pPr>
            <a:r>
              <a:rPr sz="1780" b="1">
                <a:solidFill>
                  <a:srgbClr val="FFFFFF"/>
                </a:solidFill>
                <a:latin typeface="Inter"/>
              </a:rPr>
              <a:t>Ajuda na absorção de cálcio e fósforo,</a:t>
            </a:r>
          </a:p>
          <a:p>
            <a:pPr>
              <a:lnSpc>
                <a:spcPts val="1851"/>
              </a:lnSpc>
              <a:spcBef>
                <a:spcPts val="0"/>
              </a:spcBef>
              <a:spcAft>
                <a:spcPts val="0"/>
              </a:spcAft>
            </a:pPr>
            <a:r>
              <a:rPr sz="1780" b="1">
                <a:solidFill>
                  <a:srgbClr val="FFFFFF"/>
                </a:solidFill>
                <a:latin typeface="Inter"/>
              </a:rPr>
              <a:t>importantes para ossos e dentes.</a:t>
            </a:r>
          </a:p>
          <a:p>
            <a:pPr>
              <a:lnSpc>
                <a:spcPts val="1851"/>
              </a:lnSpc>
              <a:spcBef>
                <a:spcPts val="0"/>
              </a:spcBef>
              <a:spcAft>
                <a:spcPts val="0"/>
              </a:spcAft>
            </a:pPr>
            <a:r>
              <a:rPr sz="1780" b="1">
                <a:solidFill>
                  <a:srgbClr val="FFFFFF"/>
                </a:solidFill>
                <a:latin typeface="Inter"/>
              </a:rPr>
              <a:t>Também participa do funcionamento</a:t>
            </a:r>
          </a:p>
          <a:p>
            <a:pPr>
              <a:lnSpc>
                <a:spcPts val="1851"/>
              </a:lnSpc>
              <a:spcBef>
                <a:spcPts val="0"/>
              </a:spcBef>
              <a:spcAft>
                <a:spcPts val="0"/>
              </a:spcAft>
            </a:pPr>
            <a:r>
              <a:rPr sz="1780" b="1">
                <a:solidFill>
                  <a:srgbClr val="FFFFFF"/>
                </a:solidFill>
                <a:latin typeface="Inter"/>
              </a:rPr>
              <a:t>dos músculos e do sistema imune.</a:t>
            </a:r>
          </a:p>
        </p:txBody>
      </p:sp>
      <p:sp>
        <p:nvSpPr>
          <p:cNvPr id="108" name="Chamada vermelha editável"/>
          <p:cNvSpPr/>
          <p:nvPr/>
        </p:nvSpPr>
        <p:spPr>
          <a:xfrm>
            <a:off x="457200" y="7543800"/>
            <a:ext cx="5943600" cy="530352"/>
          </a:xfrm>
          <a:prstGeom prst="roundRect">
            <a:avLst>
              <a:gd name="adj" fmla="val 50000"/>
            </a:avLst>
          </a:prstGeom>
          <a:solidFill>
            <a:srgbClr val="FF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Chamada editável"/>
          <p:cNvSpPr txBox="1"/>
          <p:nvPr/>
        </p:nvSpPr>
        <p:spPr>
          <a:xfrm>
            <a:off x="713232" y="7671816"/>
            <a:ext cx="544068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768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Barlow Condensed Black"/>
              </a:rPr>
              <a:t>TEM MAIS UMA PARA CONHECER</a:t>
            </a:r>
          </a:p>
        </p:txBody>
      </p:sp>
      <p:sp>
        <p:nvSpPr>
          <p:cNvPr id="110" name="Página"/>
          <p:cNvSpPr txBox="1"/>
          <p:nvPr/>
        </p:nvSpPr>
        <p:spPr>
          <a:xfrm>
            <a:off x="457200" y="8266175"/>
            <a:ext cx="9144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967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FFFFFF"/>
                </a:solidFill>
                <a:latin typeface="Barlow Condensed Black"/>
              </a:rPr>
              <a:t>03 / 06</a:t>
            </a:r>
          </a:p>
        </p:txBody>
      </p:sp>
      <p:sp>
        <p:nvSpPr>
          <p:cNvPr id="111" name="Indicador de sequência"/>
          <p:cNvSpPr/>
          <p:nvPr/>
        </p:nvSpPr>
        <p:spPr>
          <a:xfrm>
            <a:off x="5413248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Indicador de sequência"/>
          <p:cNvSpPr/>
          <p:nvPr/>
        </p:nvSpPr>
        <p:spPr>
          <a:xfrm>
            <a:off x="5586984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Indicador de sequência"/>
          <p:cNvSpPr/>
          <p:nvPr/>
        </p:nvSpPr>
        <p:spPr>
          <a:xfrm>
            <a:off x="5760720" y="8284464"/>
            <a:ext cx="64008" cy="64008"/>
          </a:xfrm>
          <a:prstGeom prst="ellipse">
            <a:avLst/>
          </a:prstGeom>
          <a:solidFill>
            <a:srgbClr val="FF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Indicador de sequência"/>
          <p:cNvSpPr/>
          <p:nvPr/>
        </p:nvSpPr>
        <p:spPr>
          <a:xfrm>
            <a:off x="5934456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Indicador de sequência"/>
          <p:cNvSpPr/>
          <p:nvPr/>
        </p:nvSpPr>
        <p:spPr>
          <a:xfrm>
            <a:off x="6108192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Indicador de sequência"/>
          <p:cNvSpPr/>
          <p:nvPr/>
        </p:nvSpPr>
        <p:spPr>
          <a:xfrm>
            <a:off x="6281928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OTO DE FUNDO — SUBSTITUIR — CARD 04" descr="fundo-puravi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8572500"/>
          </a:xfrm>
          <a:prstGeom prst="rect">
            <a:avLst/>
          </a:prstGeom>
        </p:spPr>
      </p:pic>
      <p:sp>
        <p:nvSpPr>
          <p:cNvPr id="3" name="Contraste geral"/>
          <p:cNvSpPr/>
          <p:nvPr/>
        </p:nvSpPr>
        <p:spPr>
          <a:xfrm>
            <a:off x="0" y="0"/>
            <a:ext cx="6858000" cy="8572500"/>
          </a:xfrm>
          <a:prstGeom prst="rect">
            <a:avLst/>
          </a:prstGeom>
          <a:solidFill>
            <a:srgbClr val="00000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gradê de leitura"/>
          <p:cNvSpPr/>
          <p:nvPr/>
        </p:nvSpPr>
        <p:spPr>
          <a:xfrm>
            <a:off x="0" y="2468880"/>
            <a:ext cx="6858000" cy="62865"/>
          </a:xfrm>
          <a:prstGeom prst="rect">
            <a:avLst/>
          </a:prstGeom>
          <a:solidFill>
            <a:srgbClr val="000000">
              <a:alpha val="1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gradê de leitura"/>
          <p:cNvSpPr/>
          <p:nvPr/>
        </p:nvSpPr>
        <p:spPr>
          <a:xfrm>
            <a:off x="0" y="2529916"/>
            <a:ext cx="6858000" cy="62865"/>
          </a:xfrm>
          <a:prstGeom prst="rect">
            <a:avLst/>
          </a:prstGeom>
          <a:solidFill>
            <a:srgbClr val="000000">
              <a:alpha val="2079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gradê de leitura"/>
          <p:cNvSpPr/>
          <p:nvPr/>
        </p:nvSpPr>
        <p:spPr>
          <a:xfrm>
            <a:off x="0" y="2590952"/>
            <a:ext cx="6858000" cy="62865"/>
          </a:xfrm>
          <a:prstGeom prst="rect">
            <a:avLst/>
          </a:prstGeom>
          <a:solidFill>
            <a:srgbClr val="000000">
              <a:alpha val="241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gradê de leitura"/>
          <p:cNvSpPr/>
          <p:nvPr/>
        </p:nvSpPr>
        <p:spPr>
          <a:xfrm>
            <a:off x="0" y="2651988"/>
            <a:ext cx="6858000" cy="62865"/>
          </a:xfrm>
          <a:prstGeom prst="rect">
            <a:avLst/>
          </a:prstGeom>
          <a:solidFill>
            <a:srgbClr val="000000">
              <a:alpha val="267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gradê de leitura"/>
          <p:cNvSpPr/>
          <p:nvPr/>
        </p:nvSpPr>
        <p:spPr>
          <a:xfrm>
            <a:off x="0" y="2713024"/>
            <a:ext cx="6858000" cy="62865"/>
          </a:xfrm>
          <a:prstGeom prst="rect">
            <a:avLst/>
          </a:prstGeom>
          <a:solidFill>
            <a:srgbClr val="000000">
              <a:alpha val="2902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gradê de leitura"/>
          <p:cNvSpPr/>
          <p:nvPr/>
        </p:nvSpPr>
        <p:spPr>
          <a:xfrm>
            <a:off x="0" y="2774061"/>
            <a:ext cx="6858000" cy="62865"/>
          </a:xfrm>
          <a:prstGeom prst="rect">
            <a:avLst/>
          </a:prstGeom>
          <a:solidFill>
            <a:srgbClr val="000000">
              <a:alpha val="3099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gradê de leitura"/>
          <p:cNvSpPr/>
          <p:nvPr/>
        </p:nvSpPr>
        <p:spPr>
          <a:xfrm>
            <a:off x="0" y="2835097"/>
            <a:ext cx="6858000" cy="62865"/>
          </a:xfrm>
          <a:prstGeom prst="rect">
            <a:avLst/>
          </a:prstGeom>
          <a:solidFill>
            <a:srgbClr val="000000">
              <a:alpha val="327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gradê de leitura"/>
          <p:cNvSpPr/>
          <p:nvPr/>
        </p:nvSpPr>
        <p:spPr>
          <a:xfrm>
            <a:off x="0" y="2896133"/>
            <a:ext cx="6858000" cy="62865"/>
          </a:xfrm>
          <a:prstGeom prst="rect">
            <a:avLst/>
          </a:prstGeom>
          <a:solidFill>
            <a:srgbClr val="000000">
              <a:alpha val="344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egradê de leitura"/>
          <p:cNvSpPr/>
          <p:nvPr/>
        </p:nvSpPr>
        <p:spPr>
          <a:xfrm>
            <a:off x="0" y="2957169"/>
            <a:ext cx="6858000" cy="62865"/>
          </a:xfrm>
          <a:prstGeom prst="rect">
            <a:avLst/>
          </a:prstGeom>
          <a:solidFill>
            <a:srgbClr val="000000">
              <a:alpha val="3597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egradê de leitura"/>
          <p:cNvSpPr/>
          <p:nvPr/>
        </p:nvSpPr>
        <p:spPr>
          <a:xfrm>
            <a:off x="0" y="3018205"/>
            <a:ext cx="6858000" cy="62865"/>
          </a:xfrm>
          <a:prstGeom prst="rect">
            <a:avLst/>
          </a:prstGeom>
          <a:solidFill>
            <a:srgbClr val="000000">
              <a:alpha val="374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egradê de leitura"/>
          <p:cNvSpPr/>
          <p:nvPr/>
        </p:nvSpPr>
        <p:spPr>
          <a:xfrm>
            <a:off x="0" y="3079242"/>
            <a:ext cx="6858000" cy="62865"/>
          </a:xfrm>
          <a:prstGeom prst="rect">
            <a:avLst/>
          </a:prstGeom>
          <a:solidFill>
            <a:srgbClr val="000000">
              <a:alpha val="3880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egradê de leitura"/>
          <p:cNvSpPr/>
          <p:nvPr/>
        </p:nvSpPr>
        <p:spPr>
          <a:xfrm>
            <a:off x="0" y="3140278"/>
            <a:ext cx="6858000" cy="62865"/>
          </a:xfrm>
          <a:prstGeom prst="rect">
            <a:avLst/>
          </a:prstGeom>
          <a:solidFill>
            <a:srgbClr val="000000">
              <a:alpha val="4011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egradê de leitura"/>
          <p:cNvSpPr/>
          <p:nvPr/>
        </p:nvSpPr>
        <p:spPr>
          <a:xfrm>
            <a:off x="0" y="3201314"/>
            <a:ext cx="6858000" cy="62865"/>
          </a:xfrm>
          <a:prstGeom prst="rect">
            <a:avLst/>
          </a:prstGeom>
          <a:solidFill>
            <a:srgbClr val="000000">
              <a:alpha val="4137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egradê de leitura"/>
          <p:cNvSpPr/>
          <p:nvPr/>
        </p:nvSpPr>
        <p:spPr>
          <a:xfrm>
            <a:off x="0" y="3262350"/>
            <a:ext cx="6858000" cy="62865"/>
          </a:xfrm>
          <a:prstGeom prst="rect">
            <a:avLst/>
          </a:prstGeom>
          <a:solidFill>
            <a:srgbClr val="000000">
              <a:alpha val="425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egradê de leitura"/>
          <p:cNvSpPr/>
          <p:nvPr/>
        </p:nvSpPr>
        <p:spPr>
          <a:xfrm>
            <a:off x="0" y="3323386"/>
            <a:ext cx="6858000" cy="62865"/>
          </a:xfrm>
          <a:prstGeom prst="rect">
            <a:avLst/>
          </a:prstGeom>
          <a:solidFill>
            <a:srgbClr val="000000">
              <a:alpha val="4373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egradê de leitura"/>
          <p:cNvSpPr/>
          <p:nvPr/>
        </p:nvSpPr>
        <p:spPr>
          <a:xfrm>
            <a:off x="0" y="3384423"/>
            <a:ext cx="6858000" cy="62865"/>
          </a:xfrm>
          <a:prstGeom prst="rect">
            <a:avLst/>
          </a:prstGeom>
          <a:solidFill>
            <a:srgbClr val="000000">
              <a:alpha val="4486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egradê de leitura"/>
          <p:cNvSpPr/>
          <p:nvPr/>
        </p:nvSpPr>
        <p:spPr>
          <a:xfrm>
            <a:off x="0" y="3445459"/>
            <a:ext cx="6858000" cy="62865"/>
          </a:xfrm>
          <a:prstGeom prst="rect">
            <a:avLst/>
          </a:prstGeom>
          <a:solidFill>
            <a:srgbClr val="000000">
              <a:alpha val="4594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egradê de leitura"/>
          <p:cNvSpPr/>
          <p:nvPr/>
        </p:nvSpPr>
        <p:spPr>
          <a:xfrm>
            <a:off x="0" y="3506495"/>
            <a:ext cx="6858000" cy="62865"/>
          </a:xfrm>
          <a:prstGeom prst="rect">
            <a:avLst/>
          </a:prstGeom>
          <a:solidFill>
            <a:srgbClr val="000000">
              <a:alpha val="470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egradê de leitura"/>
          <p:cNvSpPr/>
          <p:nvPr/>
        </p:nvSpPr>
        <p:spPr>
          <a:xfrm>
            <a:off x="0" y="3567531"/>
            <a:ext cx="6858000" cy="62865"/>
          </a:xfrm>
          <a:prstGeom prst="rect">
            <a:avLst/>
          </a:prstGeom>
          <a:solidFill>
            <a:srgbClr val="000000">
              <a:alpha val="4802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egradê de leitura"/>
          <p:cNvSpPr/>
          <p:nvPr/>
        </p:nvSpPr>
        <p:spPr>
          <a:xfrm>
            <a:off x="0" y="3628567"/>
            <a:ext cx="6858000" cy="62865"/>
          </a:xfrm>
          <a:prstGeom prst="rect">
            <a:avLst/>
          </a:prstGeom>
          <a:solidFill>
            <a:srgbClr val="000000">
              <a:alpha val="490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egradê de leitura"/>
          <p:cNvSpPr/>
          <p:nvPr/>
        </p:nvSpPr>
        <p:spPr>
          <a:xfrm>
            <a:off x="0" y="3689604"/>
            <a:ext cx="6858000" cy="62865"/>
          </a:xfrm>
          <a:prstGeom prst="rect">
            <a:avLst/>
          </a:prstGeom>
          <a:solidFill>
            <a:srgbClr val="000000">
              <a:alpha val="5000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egradê de leitura"/>
          <p:cNvSpPr/>
          <p:nvPr/>
        </p:nvSpPr>
        <p:spPr>
          <a:xfrm>
            <a:off x="0" y="3750640"/>
            <a:ext cx="6858000" cy="62865"/>
          </a:xfrm>
          <a:prstGeom prst="rect">
            <a:avLst/>
          </a:prstGeom>
          <a:solidFill>
            <a:srgbClr val="000000">
              <a:alpha val="5095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egradê de leitura"/>
          <p:cNvSpPr/>
          <p:nvPr/>
        </p:nvSpPr>
        <p:spPr>
          <a:xfrm>
            <a:off x="0" y="3811676"/>
            <a:ext cx="6858000" cy="62865"/>
          </a:xfrm>
          <a:prstGeom prst="rect">
            <a:avLst/>
          </a:prstGeom>
          <a:solidFill>
            <a:srgbClr val="000000">
              <a:alpha val="5188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egradê de leitura"/>
          <p:cNvSpPr/>
          <p:nvPr/>
        </p:nvSpPr>
        <p:spPr>
          <a:xfrm>
            <a:off x="0" y="3872712"/>
            <a:ext cx="6858000" cy="62865"/>
          </a:xfrm>
          <a:prstGeom prst="rect">
            <a:avLst/>
          </a:prstGeom>
          <a:solidFill>
            <a:srgbClr val="000000">
              <a:alpha val="527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egradê de leitura"/>
          <p:cNvSpPr/>
          <p:nvPr/>
        </p:nvSpPr>
        <p:spPr>
          <a:xfrm>
            <a:off x="0" y="3933748"/>
            <a:ext cx="6858000" cy="62865"/>
          </a:xfrm>
          <a:prstGeom prst="rect">
            <a:avLst/>
          </a:prstGeom>
          <a:solidFill>
            <a:srgbClr val="000000">
              <a:alpha val="5368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egradê de leitura"/>
          <p:cNvSpPr/>
          <p:nvPr/>
        </p:nvSpPr>
        <p:spPr>
          <a:xfrm>
            <a:off x="0" y="3994785"/>
            <a:ext cx="6858000" cy="62865"/>
          </a:xfrm>
          <a:prstGeom prst="rect">
            <a:avLst/>
          </a:prstGeom>
          <a:solidFill>
            <a:srgbClr val="000000">
              <a:alpha val="5455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egradê de leitura"/>
          <p:cNvSpPr/>
          <p:nvPr/>
        </p:nvSpPr>
        <p:spPr>
          <a:xfrm>
            <a:off x="0" y="4055821"/>
            <a:ext cx="6858000" cy="62865"/>
          </a:xfrm>
          <a:prstGeom prst="rect">
            <a:avLst/>
          </a:prstGeom>
          <a:solidFill>
            <a:srgbClr val="000000">
              <a:alpha val="5541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egradê de leitura"/>
          <p:cNvSpPr/>
          <p:nvPr/>
        </p:nvSpPr>
        <p:spPr>
          <a:xfrm>
            <a:off x="0" y="4116857"/>
            <a:ext cx="6858000" cy="62865"/>
          </a:xfrm>
          <a:prstGeom prst="rect">
            <a:avLst/>
          </a:prstGeom>
          <a:solidFill>
            <a:srgbClr val="000000">
              <a:alpha val="5625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egradê de leitura"/>
          <p:cNvSpPr/>
          <p:nvPr/>
        </p:nvSpPr>
        <p:spPr>
          <a:xfrm>
            <a:off x="0" y="4177893"/>
            <a:ext cx="6858000" cy="62865"/>
          </a:xfrm>
          <a:prstGeom prst="rect">
            <a:avLst/>
          </a:prstGeom>
          <a:solidFill>
            <a:srgbClr val="000000">
              <a:alpha val="5707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egradê de leitura"/>
          <p:cNvSpPr/>
          <p:nvPr/>
        </p:nvSpPr>
        <p:spPr>
          <a:xfrm>
            <a:off x="0" y="4238929"/>
            <a:ext cx="6858000" cy="62865"/>
          </a:xfrm>
          <a:prstGeom prst="rect">
            <a:avLst/>
          </a:prstGeom>
          <a:solidFill>
            <a:srgbClr val="000000">
              <a:alpha val="5788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egradê de leitura"/>
          <p:cNvSpPr/>
          <p:nvPr/>
        </p:nvSpPr>
        <p:spPr>
          <a:xfrm>
            <a:off x="0" y="4299966"/>
            <a:ext cx="6858000" cy="62865"/>
          </a:xfrm>
          <a:prstGeom prst="rect">
            <a:avLst/>
          </a:prstGeom>
          <a:solidFill>
            <a:srgbClr val="000000">
              <a:alpha val="5868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egradê de leitura"/>
          <p:cNvSpPr/>
          <p:nvPr/>
        </p:nvSpPr>
        <p:spPr>
          <a:xfrm>
            <a:off x="0" y="4361002"/>
            <a:ext cx="6858000" cy="62865"/>
          </a:xfrm>
          <a:prstGeom prst="rect">
            <a:avLst/>
          </a:prstGeom>
          <a:solidFill>
            <a:srgbClr val="000000">
              <a:alpha val="594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egradê de leitura"/>
          <p:cNvSpPr/>
          <p:nvPr/>
        </p:nvSpPr>
        <p:spPr>
          <a:xfrm>
            <a:off x="0" y="4422038"/>
            <a:ext cx="6858000" cy="62865"/>
          </a:xfrm>
          <a:prstGeom prst="rect">
            <a:avLst/>
          </a:prstGeom>
          <a:solidFill>
            <a:srgbClr val="000000">
              <a:alpha val="6024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egradê de leitura"/>
          <p:cNvSpPr/>
          <p:nvPr/>
        </p:nvSpPr>
        <p:spPr>
          <a:xfrm>
            <a:off x="0" y="4483074"/>
            <a:ext cx="6858000" cy="62865"/>
          </a:xfrm>
          <a:prstGeom prst="rect">
            <a:avLst/>
          </a:prstGeom>
          <a:solidFill>
            <a:srgbClr val="000000">
              <a:alpha val="6100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egradê de leitura"/>
          <p:cNvSpPr/>
          <p:nvPr/>
        </p:nvSpPr>
        <p:spPr>
          <a:xfrm>
            <a:off x="0" y="4544110"/>
            <a:ext cx="6858000" cy="62865"/>
          </a:xfrm>
          <a:prstGeom prst="rect">
            <a:avLst/>
          </a:prstGeom>
          <a:solidFill>
            <a:srgbClr val="000000">
              <a:alpha val="617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egradê de leitura"/>
          <p:cNvSpPr/>
          <p:nvPr/>
        </p:nvSpPr>
        <p:spPr>
          <a:xfrm>
            <a:off x="0" y="4605147"/>
            <a:ext cx="6858000" cy="62865"/>
          </a:xfrm>
          <a:prstGeom prst="rect">
            <a:avLst/>
          </a:prstGeom>
          <a:solidFill>
            <a:srgbClr val="000000">
              <a:alpha val="624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egradê de leitura"/>
          <p:cNvSpPr/>
          <p:nvPr/>
        </p:nvSpPr>
        <p:spPr>
          <a:xfrm>
            <a:off x="0" y="4666183"/>
            <a:ext cx="6858000" cy="62865"/>
          </a:xfrm>
          <a:prstGeom prst="rect">
            <a:avLst/>
          </a:prstGeom>
          <a:solidFill>
            <a:srgbClr val="000000">
              <a:alpha val="6323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egradê de leitura"/>
          <p:cNvSpPr/>
          <p:nvPr/>
        </p:nvSpPr>
        <p:spPr>
          <a:xfrm>
            <a:off x="0" y="4727219"/>
            <a:ext cx="6858000" cy="62865"/>
          </a:xfrm>
          <a:prstGeom prst="rect">
            <a:avLst/>
          </a:prstGeom>
          <a:solidFill>
            <a:srgbClr val="000000">
              <a:alpha val="6395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egradê de leitura"/>
          <p:cNvSpPr/>
          <p:nvPr/>
        </p:nvSpPr>
        <p:spPr>
          <a:xfrm>
            <a:off x="0" y="4788255"/>
            <a:ext cx="6858000" cy="62865"/>
          </a:xfrm>
          <a:prstGeom prst="rect">
            <a:avLst/>
          </a:prstGeom>
          <a:solidFill>
            <a:srgbClr val="000000">
              <a:alpha val="6466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egradê de leitura"/>
          <p:cNvSpPr/>
          <p:nvPr/>
        </p:nvSpPr>
        <p:spPr>
          <a:xfrm>
            <a:off x="0" y="4849291"/>
            <a:ext cx="6858000" cy="62865"/>
          </a:xfrm>
          <a:prstGeom prst="rect">
            <a:avLst/>
          </a:prstGeom>
          <a:solidFill>
            <a:srgbClr val="000000">
              <a:alpha val="6536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egradê de leitura"/>
          <p:cNvSpPr/>
          <p:nvPr/>
        </p:nvSpPr>
        <p:spPr>
          <a:xfrm>
            <a:off x="0" y="4910328"/>
            <a:ext cx="6858000" cy="62865"/>
          </a:xfrm>
          <a:prstGeom prst="rect">
            <a:avLst/>
          </a:prstGeom>
          <a:solidFill>
            <a:srgbClr val="000000">
              <a:alpha val="660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egradê de leitura"/>
          <p:cNvSpPr/>
          <p:nvPr/>
        </p:nvSpPr>
        <p:spPr>
          <a:xfrm>
            <a:off x="0" y="4971364"/>
            <a:ext cx="6858000" cy="62865"/>
          </a:xfrm>
          <a:prstGeom prst="rect">
            <a:avLst/>
          </a:prstGeom>
          <a:solidFill>
            <a:srgbClr val="000000">
              <a:alpha val="6674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egradê de leitura"/>
          <p:cNvSpPr/>
          <p:nvPr/>
        </p:nvSpPr>
        <p:spPr>
          <a:xfrm>
            <a:off x="0" y="5032400"/>
            <a:ext cx="6858000" cy="62865"/>
          </a:xfrm>
          <a:prstGeom prst="rect">
            <a:avLst/>
          </a:prstGeom>
          <a:solidFill>
            <a:srgbClr val="000000">
              <a:alpha val="674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Degradê de leitura"/>
          <p:cNvSpPr/>
          <p:nvPr/>
        </p:nvSpPr>
        <p:spPr>
          <a:xfrm>
            <a:off x="0" y="5093436"/>
            <a:ext cx="6858000" cy="62865"/>
          </a:xfrm>
          <a:prstGeom prst="rect">
            <a:avLst/>
          </a:prstGeom>
          <a:solidFill>
            <a:srgbClr val="000000">
              <a:alpha val="6809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egradê de leitura"/>
          <p:cNvSpPr/>
          <p:nvPr/>
        </p:nvSpPr>
        <p:spPr>
          <a:xfrm>
            <a:off x="0" y="5154472"/>
            <a:ext cx="6858000" cy="62865"/>
          </a:xfrm>
          <a:prstGeom prst="rect">
            <a:avLst/>
          </a:prstGeom>
          <a:solidFill>
            <a:srgbClr val="000000">
              <a:alpha val="6875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Degradê de leitura"/>
          <p:cNvSpPr/>
          <p:nvPr/>
        </p:nvSpPr>
        <p:spPr>
          <a:xfrm>
            <a:off x="0" y="5215509"/>
            <a:ext cx="6858000" cy="62865"/>
          </a:xfrm>
          <a:prstGeom prst="rect">
            <a:avLst/>
          </a:prstGeom>
          <a:solidFill>
            <a:srgbClr val="000000">
              <a:alpha val="6941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Degradê de leitura"/>
          <p:cNvSpPr/>
          <p:nvPr/>
        </p:nvSpPr>
        <p:spPr>
          <a:xfrm>
            <a:off x="0" y="5276545"/>
            <a:ext cx="6858000" cy="62865"/>
          </a:xfrm>
          <a:prstGeom prst="rect">
            <a:avLst/>
          </a:prstGeom>
          <a:solidFill>
            <a:srgbClr val="000000">
              <a:alpha val="7005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egradê de leitura"/>
          <p:cNvSpPr/>
          <p:nvPr/>
        </p:nvSpPr>
        <p:spPr>
          <a:xfrm>
            <a:off x="0" y="5337581"/>
            <a:ext cx="6858000" cy="62865"/>
          </a:xfrm>
          <a:prstGeom prst="rect">
            <a:avLst/>
          </a:prstGeom>
          <a:solidFill>
            <a:srgbClr val="000000">
              <a:alpha val="707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egradê de leitura"/>
          <p:cNvSpPr/>
          <p:nvPr/>
        </p:nvSpPr>
        <p:spPr>
          <a:xfrm>
            <a:off x="0" y="5398617"/>
            <a:ext cx="6858000" cy="62865"/>
          </a:xfrm>
          <a:prstGeom prst="rect">
            <a:avLst/>
          </a:prstGeom>
          <a:solidFill>
            <a:srgbClr val="000000">
              <a:alpha val="713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egradê de leitura"/>
          <p:cNvSpPr/>
          <p:nvPr/>
        </p:nvSpPr>
        <p:spPr>
          <a:xfrm>
            <a:off x="0" y="5459653"/>
            <a:ext cx="6858000" cy="62865"/>
          </a:xfrm>
          <a:prstGeom prst="rect">
            <a:avLst/>
          </a:prstGeom>
          <a:solidFill>
            <a:srgbClr val="000000">
              <a:alpha val="7196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Degradê de leitura"/>
          <p:cNvSpPr/>
          <p:nvPr/>
        </p:nvSpPr>
        <p:spPr>
          <a:xfrm>
            <a:off x="0" y="5520690"/>
            <a:ext cx="6858000" cy="62865"/>
          </a:xfrm>
          <a:prstGeom prst="rect">
            <a:avLst/>
          </a:prstGeom>
          <a:solidFill>
            <a:srgbClr val="000000">
              <a:alpha val="7258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Degradê de leitura"/>
          <p:cNvSpPr/>
          <p:nvPr/>
        </p:nvSpPr>
        <p:spPr>
          <a:xfrm>
            <a:off x="0" y="5581726"/>
            <a:ext cx="6858000" cy="62865"/>
          </a:xfrm>
          <a:prstGeom prst="rect">
            <a:avLst/>
          </a:prstGeom>
          <a:solidFill>
            <a:srgbClr val="000000">
              <a:alpha val="732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Degradê de leitura"/>
          <p:cNvSpPr/>
          <p:nvPr/>
        </p:nvSpPr>
        <p:spPr>
          <a:xfrm>
            <a:off x="0" y="5642762"/>
            <a:ext cx="6858000" cy="62865"/>
          </a:xfrm>
          <a:prstGeom prst="rect">
            <a:avLst/>
          </a:prstGeom>
          <a:solidFill>
            <a:srgbClr val="000000">
              <a:alpha val="7381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Degradê de leitura"/>
          <p:cNvSpPr/>
          <p:nvPr/>
        </p:nvSpPr>
        <p:spPr>
          <a:xfrm>
            <a:off x="0" y="5703798"/>
            <a:ext cx="6858000" cy="62865"/>
          </a:xfrm>
          <a:prstGeom prst="rect">
            <a:avLst/>
          </a:prstGeom>
          <a:solidFill>
            <a:srgbClr val="000000">
              <a:alpha val="7442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Degradê de leitura"/>
          <p:cNvSpPr/>
          <p:nvPr/>
        </p:nvSpPr>
        <p:spPr>
          <a:xfrm>
            <a:off x="0" y="5764834"/>
            <a:ext cx="6858000" cy="62865"/>
          </a:xfrm>
          <a:prstGeom prst="rect">
            <a:avLst/>
          </a:prstGeom>
          <a:solidFill>
            <a:srgbClr val="000000">
              <a:alpha val="7502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egradê de leitura"/>
          <p:cNvSpPr/>
          <p:nvPr/>
        </p:nvSpPr>
        <p:spPr>
          <a:xfrm>
            <a:off x="0" y="5825871"/>
            <a:ext cx="6858000" cy="62865"/>
          </a:xfrm>
          <a:prstGeom prst="rect">
            <a:avLst/>
          </a:prstGeom>
          <a:solidFill>
            <a:srgbClr val="000000">
              <a:alpha val="7561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Degradê de leitura"/>
          <p:cNvSpPr/>
          <p:nvPr/>
        </p:nvSpPr>
        <p:spPr>
          <a:xfrm>
            <a:off x="0" y="5886907"/>
            <a:ext cx="6858000" cy="62865"/>
          </a:xfrm>
          <a:prstGeom prst="rect">
            <a:avLst/>
          </a:prstGeom>
          <a:solidFill>
            <a:srgbClr val="000000">
              <a:alpha val="7620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Degradê de leitura"/>
          <p:cNvSpPr/>
          <p:nvPr/>
        </p:nvSpPr>
        <p:spPr>
          <a:xfrm>
            <a:off x="0" y="5947943"/>
            <a:ext cx="6858000" cy="62865"/>
          </a:xfrm>
          <a:prstGeom prst="rect">
            <a:avLst/>
          </a:prstGeom>
          <a:solidFill>
            <a:srgbClr val="000000">
              <a:alpha val="7678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Degradê de leitura"/>
          <p:cNvSpPr/>
          <p:nvPr/>
        </p:nvSpPr>
        <p:spPr>
          <a:xfrm>
            <a:off x="0" y="6008979"/>
            <a:ext cx="6858000" cy="62865"/>
          </a:xfrm>
          <a:prstGeom prst="rect">
            <a:avLst/>
          </a:prstGeom>
          <a:solidFill>
            <a:srgbClr val="000000">
              <a:alpha val="7736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Degradê de leitura"/>
          <p:cNvSpPr/>
          <p:nvPr/>
        </p:nvSpPr>
        <p:spPr>
          <a:xfrm>
            <a:off x="0" y="6070015"/>
            <a:ext cx="6858000" cy="62865"/>
          </a:xfrm>
          <a:prstGeom prst="rect">
            <a:avLst/>
          </a:prstGeom>
          <a:solidFill>
            <a:srgbClr val="000000">
              <a:alpha val="7794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egradê de leitura"/>
          <p:cNvSpPr/>
          <p:nvPr/>
        </p:nvSpPr>
        <p:spPr>
          <a:xfrm>
            <a:off x="0" y="6131052"/>
            <a:ext cx="6858000" cy="62865"/>
          </a:xfrm>
          <a:prstGeom prst="rect">
            <a:avLst/>
          </a:prstGeom>
          <a:solidFill>
            <a:srgbClr val="000000">
              <a:alpha val="7851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Degradê de leitura"/>
          <p:cNvSpPr/>
          <p:nvPr/>
        </p:nvSpPr>
        <p:spPr>
          <a:xfrm>
            <a:off x="0" y="6192088"/>
            <a:ext cx="6858000" cy="62865"/>
          </a:xfrm>
          <a:prstGeom prst="rect">
            <a:avLst/>
          </a:prstGeom>
          <a:solidFill>
            <a:srgbClr val="000000">
              <a:alpha val="790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Degradê de leitura"/>
          <p:cNvSpPr/>
          <p:nvPr/>
        </p:nvSpPr>
        <p:spPr>
          <a:xfrm>
            <a:off x="0" y="6253124"/>
            <a:ext cx="6858000" cy="62865"/>
          </a:xfrm>
          <a:prstGeom prst="rect">
            <a:avLst/>
          </a:prstGeom>
          <a:solidFill>
            <a:srgbClr val="000000">
              <a:alpha val="7963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Degradê de leitura"/>
          <p:cNvSpPr/>
          <p:nvPr/>
        </p:nvSpPr>
        <p:spPr>
          <a:xfrm>
            <a:off x="0" y="6314160"/>
            <a:ext cx="6858000" cy="62865"/>
          </a:xfrm>
          <a:prstGeom prst="rect">
            <a:avLst/>
          </a:prstGeom>
          <a:solidFill>
            <a:srgbClr val="000000">
              <a:alpha val="8019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egradê de leitura"/>
          <p:cNvSpPr/>
          <p:nvPr/>
        </p:nvSpPr>
        <p:spPr>
          <a:xfrm>
            <a:off x="0" y="6375196"/>
            <a:ext cx="6858000" cy="62865"/>
          </a:xfrm>
          <a:prstGeom prst="rect">
            <a:avLst/>
          </a:prstGeom>
          <a:solidFill>
            <a:srgbClr val="000000">
              <a:alpha val="8074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Degradê de leitura"/>
          <p:cNvSpPr/>
          <p:nvPr/>
        </p:nvSpPr>
        <p:spPr>
          <a:xfrm>
            <a:off x="0" y="6436233"/>
            <a:ext cx="6858000" cy="62865"/>
          </a:xfrm>
          <a:prstGeom prst="rect">
            <a:avLst/>
          </a:prstGeom>
          <a:solidFill>
            <a:srgbClr val="000000">
              <a:alpha val="812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Degradê de leitura"/>
          <p:cNvSpPr/>
          <p:nvPr/>
        </p:nvSpPr>
        <p:spPr>
          <a:xfrm>
            <a:off x="0" y="6497269"/>
            <a:ext cx="6858000" cy="62865"/>
          </a:xfrm>
          <a:prstGeom prst="rect">
            <a:avLst/>
          </a:prstGeom>
          <a:solidFill>
            <a:srgbClr val="000000">
              <a:alpha val="818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Degradê de leitura"/>
          <p:cNvSpPr/>
          <p:nvPr/>
        </p:nvSpPr>
        <p:spPr>
          <a:xfrm>
            <a:off x="0" y="6558305"/>
            <a:ext cx="6858000" cy="62865"/>
          </a:xfrm>
          <a:prstGeom prst="rect">
            <a:avLst/>
          </a:prstGeom>
          <a:solidFill>
            <a:srgbClr val="000000">
              <a:alpha val="8238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Degradê de leitura"/>
          <p:cNvSpPr/>
          <p:nvPr/>
        </p:nvSpPr>
        <p:spPr>
          <a:xfrm>
            <a:off x="0" y="6619341"/>
            <a:ext cx="6858000" cy="62865"/>
          </a:xfrm>
          <a:prstGeom prst="rect">
            <a:avLst/>
          </a:prstGeom>
          <a:solidFill>
            <a:srgbClr val="000000">
              <a:alpha val="8291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Degradê de leitura"/>
          <p:cNvSpPr/>
          <p:nvPr/>
        </p:nvSpPr>
        <p:spPr>
          <a:xfrm>
            <a:off x="0" y="6680377"/>
            <a:ext cx="6858000" cy="62865"/>
          </a:xfrm>
          <a:prstGeom prst="rect">
            <a:avLst/>
          </a:prstGeom>
          <a:solidFill>
            <a:srgbClr val="000000">
              <a:alpha val="8345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Degradê de leitura"/>
          <p:cNvSpPr/>
          <p:nvPr/>
        </p:nvSpPr>
        <p:spPr>
          <a:xfrm>
            <a:off x="0" y="6741414"/>
            <a:ext cx="6858000" cy="62865"/>
          </a:xfrm>
          <a:prstGeom prst="rect">
            <a:avLst/>
          </a:prstGeom>
          <a:solidFill>
            <a:srgbClr val="000000">
              <a:alpha val="8398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Degradê de leitura"/>
          <p:cNvSpPr/>
          <p:nvPr/>
        </p:nvSpPr>
        <p:spPr>
          <a:xfrm>
            <a:off x="0" y="6802450"/>
            <a:ext cx="6858000" cy="62865"/>
          </a:xfrm>
          <a:prstGeom prst="rect">
            <a:avLst/>
          </a:prstGeom>
          <a:solidFill>
            <a:srgbClr val="000000">
              <a:alpha val="8450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Degradê de leitura"/>
          <p:cNvSpPr/>
          <p:nvPr/>
        </p:nvSpPr>
        <p:spPr>
          <a:xfrm>
            <a:off x="0" y="6863486"/>
            <a:ext cx="6858000" cy="62865"/>
          </a:xfrm>
          <a:prstGeom prst="rect">
            <a:avLst/>
          </a:prstGeom>
          <a:solidFill>
            <a:srgbClr val="000000">
              <a:alpha val="850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Degradê de leitura"/>
          <p:cNvSpPr/>
          <p:nvPr/>
        </p:nvSpPr>
        <p:spPr>
          <a:xfrm>
            <a:off x="0" y="6924522"/>
            <a:ext cx="6858000" cy="62865"/>
          </a:xfrm>
          <a:prstGeom prst="rect">
            <a:avLst/>
          </a:prstGeom>
          <a:solidFill>
            <a:srgbClr val="000000">
              <a:alpha val="8554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Degradê de leitura"/>
          <p:cNvSpPr/>
          <p:nvPr/>
        </p:nvSpPr>
        <p:spPr>
          <a:xfrm>
            <a:off x="0" y="6985558"/>
            <a:ext cx="6858000" cy="62865"/>
          </a:xfrm>
          <a:prstGeom prst="rect">
            <a:avLst/>
          </a:prstGeom>
          <a:solidFill>
            <a:srgbClr val="000000">
              <a:alpha val="8606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Degradê de leitura"/>
          <p:cNvSpPr/>
          <p:nvPr/>
        </p:nvSpPr>
        <p:spPr>
          <a:xfrm>
            <a:off x="0" y="7046595"/>
            <a:ext cx="6858000" cy="62865"/>
          </a:xfrm>
          <a:prstGeom prst="rect">
            <a:avLst/>
          </a:prstGeom>
          <a:solidFill>
            <a:srgbClr val="000000">
              <a:alpha val="8657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Degradê de leitura"/>
          <p:cNvSpPr/>
          <p:nvPr/>
        </p:nvSpPr>
        <p:spPr>
          <a:xfrm>
            <a:off x="0" y="7107631"/>
            <a:ext cx="6858000" cy="62865"/>
          </a:xfrm>
          <a:prstGeom prst="rect">
            <a:avLst/>
          </a:prstGeom>
          <a:solidFill>
            <a:srgbClr val="000000">
              <a:alpha val="8708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Degradê de leitura"/>
          <p:cNvSpPr/>
          <p:nvPr/>
        </p:nvSpPr>
        <p:spPr>
          <a:xfrm>
            <a:off x="0" y="7168667"/>
            <a:ext cx="6858000" cy="62865"/>
          </a:xfrm>
          <a:prstGeom prst="rect">
            <a:avLst/>
          </a:prstGeom>
          <a:solidFill>
            <a:srgbClr val="000000">
              <a:alpha val="8758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Degradê de leitura"/>
          <p:cNvSpPr/>
          <p:nvPr/>
        </p:nvSpPr>
        <p:spPr>
          <a:xfrm>
            <a:off x="0" y="7229703"/>
            <a:ext cx="6858000" cy="62865"/>
          </a:xfrm>
          <a:prstGeom prst="rect">
            <a:avLst/>
          </a:prstGeom>
          <a:solidFill>
            <a:srgbClr val="000000">
              <a:alpha val="8808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Degradê de leitura"/>
          <p:cNvSpPr/>
          <p:nvPr/>
        </p:nvSpPr>
        <p:spPr>
          <a:xfrm>
            <a:off x="0" y="7290739"/>
            <a:ext cx="6858000" cy="62865"/>
          </a:xfrm>
          <a:prstGeom prst="rect">
            <a:avLst/>
          </a:prstGeom>
          <a:solidFill>
            <a:srgbClr val="000000">
              <a:alpha val="8858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Degradê de leitura"/>
          <p:cNvSpPr/>
          <p:nvPr/>
        </p:nvSpPr>
        <p:spPr>
          <a:xfrm>
            <a:off x="0" y="7351775"/>
            <a:ext cx="6858000" cy="62865"/>
          </a:xfrm>
          <a:prstGeom prst="rect">
            <a:avLst/>
          </a:prstGeom>
          <a:solidFill>
            <a:srgbClr val="000000">
              <a:alpha val="890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egradê de leitura"/>
          <p:cNvSpPr/>
          <p:nvPr/>
        </p:nvSpPr>
        <p:spPr>
          <a:xfrm>
            <a:off x="0" y="7412812"/>
            <a:ext cx="6858000" cy="62865"/>
          </a:xfrm>
          <a:prstGeom prst="rect">
            <a:avLst/>
          </a:prstGeom>
          <a:solidFill>
            <a:srgbClr val="000000">
              <a:alpha val="8957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egradê de leitura"/>
          <p:cNvSpPr/>
          <p:nvPr/>
        </p:nvSpPr>
        <p:spPr>
          <a:xfrm>
            <a:off x="0" y="7473848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egradê de leitura"/>
          <p:cNvSpPr/>
          <p:nvPr/>
        </p:nvSpPr>
        <p:spPr>
          <a:xfrm>
            <a:off x="0" y="7534884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egradê de leitura"/>
          <p:cNvSpPr/>
          <p:nvPr/>
        </p:nvSpPr>
        <p:spPr>
          <a:xfrm>
            <a:off x="0" y="7595920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Degradê de leitura"/>
          <p:cNvSpPr/>
          <p:nvPr/>
        </p:nvSpPr>
        <p:spPr>
          <a:xfrm>
            <a:off x="0" y="7656957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egradê de leitura"/>
          <p:cNvSpPr/>
          <p:nvPr/>
        </p:nvSpPr>
        <p:spPr>
          <a:xfrm>
            <a:off x="0" y="7717993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Degradê de leitura"/>
          <p:cNvSpPr/>
          <p:nvPr/>
        </p:nvSpPr>
        <p:spPr>
          <a:xfrm>
            <a:off x="0" y="7779029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Degradê de leitura"/>
          <p:cNvSpPr/>
          <p:nvPr/>
        </p:nvSpPr>
        <p:spPr>
          <a:xfrm>
            <a:off x="0" y="7840065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Degradê de leitura"/>
          <p:cNvSpPr/>
          <p:nvPr/>
        </p:nvSpPr>
        <p:spPr>
          <a:xfrm>
            <a:off x="0" y="7901101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Degradê de leitura"/>
          <p:cNvSpPr/>
          <p:nvPr/>
        </p:nvSpPr>
        <p:spPr>
          <a:xfrm>
            <a:off x="0" y="7962138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Degradê de leitura"/>
          <p:cNvSpPr/>
          <p:nvPr/>
        </p:nvSpPr>
        <p:spPr>
          <a:xfrm>
            <a:off x="0" y="8023174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Degradê de leitura"/>
          <p:cNvSpPr/>
          <p:nvPr/>
        </p:nvSpPr>
        <p:spPr>
          <a:xfrm>
            <a:off x="0" y="8084210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Degradê de leitura"/>
          <p:cNvSpPr/>
          <p:nvPr/>
        </p:nvSpPr>
        <p:spPr>
          <a:xfrm>
            <a:off x="0" y="8145246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Degradê de leitura"/>
          <p:cNvSpPr/>
          <p:nvPr/>
        </p:nvSpPr>
        <p:spPr>
          <a:xfrm>
            <a:off x="0" y="8206282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Degradê de leitura"/>
          <p:cNvSpPr/>
          <p:nvPr/>
        </p:nvSpPr>
        <p:spPr>
          <a:xfrm>
            <a:off x="0" y="8267319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Degradê de leitura"/>
          <p:cNvSpPr/>
          <p:nvPr/>
        </p:nvSpPr>
        <p:spPr>
          <a:xfrm>
            <a:off x="0" y="8328355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Degradê de leitura"/>
          <p:cNvSpPr/>
          <p:nvPr/>
        </p:nvSpPr>
        <p:spPr>
          <a:xfrm>
            <a:off x="0" y="8389391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Degradê de leitura"/>
          <p:cNvSpPr/>
          <p:nvPr/>
        </p:nvSpPr>
        <p:spPr>
          <a:xfrm>
            <a:off x="0" y="8450427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Degradê de leitura"/>
          <p:cNvSpPr/>
          <p:nvPr/>
        </p:nvSpPr>
        <p:spPr>
          <a:xfrm>
            <a:off x="0" y="8511463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raço vermelho"/>
          <p:cNvSpPr/>
          <p:nvPr/>
        </p:nvSpPr>
        <p:spPr>
          <a:xfrm rot="20040000">
            <a:off x="6327648" y="3182112"/>
            <a:ext cx="530352" cy="32004"/>
          </a:xfrm>
          <a:prstGeom prst="rect">
            <a:avLst/>
          </a:prstGeom>
          <a:solidFill>
            <a:srgbClr val="FF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ítulo editável"/>
          <p:cNvSpPr txBox="1"/>
          <p:nvPr/>
        </p:nvSpPr>
        <p:spPr>
          <a:xfrm>
            <a:off x="457200" y="3246120"/>
            <a:ext cx="5943600" cy="2697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8632"/>
              </a:lnSpc>
              <a:spcBef>
                <a:spcPts val="0"/>
              </a:spcBef>
              <a:spcAft>
                <a:spcPts val="0"/>
              </a:spcAft>
            </a:pPr>
            <a:r>
              <a:rPr sz="8300" b="0">
                <a:solidFill>
                  <a:srgbClr val="FFFFFF"/>
                </a:solidFill>
                <a:latin typeface="Barlow Condensed Black"/>
              </a:rPr>
              <a:t>VITAMINA</a:t>
            </a:r>
          </a:p>
          <a:p>
            <a:pPr>
              <a:lnSpc>
                <a:spcPts val="8632"/>
              </a:lnSpc>
              <a:spcBef>
                <a:spcPts val="0"/>
              </a:spcBef>
              <a:spcAft>
                <a:spcPts val="0"/>
              </a:spcAft>
            </a:pPr>
            <a:r>
              <a:rPr sz="8300" b="0">
                <a:solidFill>
                  <a:srgbClr val="FFFFFF"/>
                </a:solidFill>
                <a:latin typeface="Barlow Condensed Black"/>
              </a:rPr>
              <a:t>B12.</a:t>
            </a:r>
          </a:p>
        </p:txBody>
      </p:sp>
      <p:sp>
        <p:nvSpPr>
          <p:cNvPr id="106" name="Destaque editável"/>
          <p:cNvSpPr txBox="1"/>
          <p:nvPr/>
        </p:nvSpPr>
        <p:spPr>
          <a:xfrm>
            <a:off x="457200" y="5532120"/>
            <a:ext cx="594360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496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1427"/>
                </a:solidFill>
                <a:latin typeface="Barlow Condensed Black"/>
              </a:rPr>
              <a:t>SANGUE + SISTEMA NERVOSO</a:t>
            </a:r>
          </a:p>
        </p:txBody>
      </p:sp>
      <p:sp>
        <p:nvSpPr>
          <p:cNvPr id="107" name="Explicação editável"/>
          <p:cNvSpPr txBox="1"/>
          <p:nvPr/>
        </p:nvSpPr>
        <p:spPr>
          <a:xfrm>
            <a:off x="457200" y="6080760"/>
            <a:ext cx="5943600" cy="137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851"/>
              </a:lnSpc>
              <a:spcBef>
                <a:spcPts val="0"/>
              </a:spcBef>
              <a:spcAft>
                <a:spcPts val="0"/>
              </a:spcAft>
            </a:pPr>
            <a:r>
              <a:rPr sz="1780" b="1">
                <a:solidFill>
                  <a:srgbClr val="FFFFFF"/>
                </a:solidFill>
                <a:latin typeface="Inter"/>
              </a:rPr>
              <a:t>Participa da formação das células</a:t>
            </a:r>
          </a:p>
          <a:p>
            <a:pPr>
              <a:lnSpc>
                <a:spcPts val="1851"/>
              </a:lnSpc>
              <a:spcBef>
                <a:spcPts val="0"/>
              </a:spcBef>
              <a:spcAft>
                <a:spcPts val="0"/>
              </a:spcAft>
            </a:pPr>
            <a:r>
              <a:rPr sz="1780" b="1">
                <a:solidFill>
                  <a:srgbClr val="FFFFFF"/>
                </a:solidFill>
                <a:latin typeface="Inter"/>
              </a:rPr>
              <a:t>vermelhas do sangue e ajuda no</a:t>
            </a:r>
          </a:p>
          <a:p>
            <a:pPr>
              <a:lnSpc>
                <a:spcPts val="1851"/>
              </a:lnSpc>
              <a:spcBef>
                <a:spcPts val="0"/>
              </a:spcBef>
              <a:spcAft>
                <a:spcPts val="0"/>
              </a:spcAft>
            </a:pPr>
            <a:r>
              <a:rPr sz="1780" b="1">
                <a:solidFill>
                  <a:srgbClr val="FFFFFF"/>
                </a:solidFill>
                <a:latin typeface="Inter"/>
              </a:rPr>
              <a:t>funcionamento do sistema nervoso.</a:t>
            </a:r>
          </a:p>
          <a:p>
            <a:pPr>
              <a:lnSpc>
                <a:spcPts val="1851"/>
              </a:lnSpc>
              <a:spcBef>
                <a:spcPts val="0"/>
              </a:spcBef>
              <a:spcAft>
                <a:spcPts val="0"/>
              </a:spcAft>
            </a:pPr>
            <a:r>
              <a:rPr sz="1780" b="1">
                <a:solidFill>
                  <a:srgbClr val="FFFFFF"/>
                </a:solidFill>
                <a:latin typeface="Inter"/>
              </a:rPr>
              <a:t>Atua também no metabolismo que permite</a:t>
            </a:r>
          </a:p>
          <a:p>
            <a:pPr>
              <a:lnSpc>
                <a:spcPts val="1851"/>
              </a:lnSpc>
              <a:spcBef>
                <a:spcPts val="0"/>
              </a:spcBef>
              <a:spcAft>
                <a:spcPts val="0"/>
              </a:spcAft>
            </a:pPr>
            <a:r>
              <a:rPr sz="1780" b="1">
                <a:solidFill>
                  <a:srgbClr val="FFFFFF"/>
                </a:solidFill>
                <a:latin typeface="Inter"/>
              </a:rPr>
              <a:t>ao corpo usar a energia dos alimentos.</a:t>
            </a:r>
          </a:p>
        </p:txBody>
      </p:sp>
      <p:sp>
        <p:nvSpPr>
          <p:cNvPr id="108" name="Chamada vermelha editável"/>
          <p:cNvSpPr/>
          <p:nvPr/>
        </p:nvSpPr>
        <p:spPr>
          <a:xfrm>
            <a:off x="457200" y="7543800"/>
            <a:ext cx="5943600" cy="530352"/>
          </a:xfrm>
          <a:prstGeom prst="roundRect">
            <a:avLst>
              <a:gd name="adj" fmla="val 50000"/>
            </a:avLst>
          </a:prstGeom>
          <a:solidFill>
            <a:srgbClr val="FF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Chamada editável"/>
          <p:cNvSpPr txBox="1"/>
          <p:nvPr/>
        </p:nvSpPr>
        <p:spPr>
          <a:xfrm>
            <a:off x="713232" y="7671816"/>
            <a:ext cx="544068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768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Barlow Condensed Black"/>
              </a:rPr>
              <a:t>QUAL DELAS CHAMOU SUA ATENÇÃO?</a:t>
            </a:r>
          </a:p>
        </p:txBody>
      </p:sp>
      <p:sp>
        <p:nvSpPr>
          <p:cNvPr id="110" name="Página"/>
          <p:cNvSpPr txBox="1"/>
          <p:nvPr/>
        </p:nvSpPr>
        <p:spPr>
          <a:xfrm>
            <a:off x="457200" y="8266175"/>
            <a:ext cx="9144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967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FFFFFF"/>
                </a:solidFill>
                <a:latin typeface="Barlow Condensed Black"/>
              </a:rPr>
              <a:t>04 / 06</a:t>
            </a:r>
          </a:p>
        </p:txBody>
      </p:sp>
      <p:sp>
        <p:nvSpPr>
          <p:cNvPr id="111" name="Indicador de sequência"/>
          <p:cNvSpPr/>
          <p:nvPr/>
        </p:nvSpPr>
        <p:spPr>
          <a:xfrm>
            <a:off x="5413248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Indicador de sequência"/>
          <p:cNvSpPr/>
          <p:nvPr/>
        </p:nvSpPr>
        <p:spPr>
          <a:xfrm>
            <a:off x="5586984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Indicador de sequência"/>
          <p:cNvSpPr/>
          <p:nvPr/>
        </p:nvSpPr>
        <p:spPr>
          <a:xfrm>
            <a:off x="5760720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Indicador de sequência"/>
          <p:cNvSpPr/>
          <p:nvPr/>
        </p:nvSpPr>
        <p:spPr>
          <a:xfrm>
            <a:off x="5934456" y="8284464"/>
            <a:ext cx="64008" cy="64008"/>
          </a:xfrm>
          <a:prstGeom prst="ellipse">
            <a:avLst/>
          </a:prstGeom>
          <a:solidFill>
            <a:srgbClr val="FF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Indicador de sequência"/>
          <p:cNvSpPr/>
          <p:nvPr/>
        </p:nvSpPr>
        <p:spPr>
          <a:xfrm>
            <a:off x="6108192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Indicador de sequência"/>
          <p:cNvSpPr/>
          <p:nvPr/>
        </p:nvSpPr>
        <p:spPr>
          <a:xfrm>
            <a:off x="6281928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OTO DE FUNDO — SUBSTITUIR — CARD 05" descr="fundo-puravi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8572500"/>
          </a:xfrm>
          <a:prstGeom prst="rect">
            <a:avLst/>
          </a:prstGeom>
        </p:spPr>
      </p:pic>
      <p:sp>
        <p:nvSpPr>
          <p:cNvPr id="3" name="Contraste geral"/>
          <p:cNvSpPr/>
          <p:nvPr/>
        </p:nvSpPr>
        <p:spPr>
          <a:xfrm>
            <a:off x="0" y="0"/>
            <a:ext cx="6858000" cy="8572500"/>
          </a:xfrm>
          <a:prstGeom prst="rect">
            <a:avLst/>
          </a:prstGeom>
          <a:solidFill>
            <a:srgbClr val="00000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gradê de leitura"/>
          <p:cNvSpPr/>
          <p:nvPr/>
        </p:nvSpPr>
        <p:spPr>
          <a:xfrm>
            <a:off x="0" y="2468880"/>
            <a:ext cx="6858000" cy="62865"/>
          </a:xfrm>
          <a:prstGeom prst="rect">
            <a:avLst/>
          </a:prstGeom>
          <a:solidFill>
            <a:srgbClr val="000000">
              <a:alpha val="1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gradê de leitura"/>
          <p:cNvSpPr/>
          <p:nvPr/>
        </p:nvSpPr>
        <p:spPr>
          <a:xfrm>
            <a:off x="0" y="2529916"/>
            <a:ext cx="6858000" cy="62865"/>
          </a:xfrm>
          <a:prstGeom prst="rect">
            <a:avLst/>
          </a:prstGeom>
          <a:solidFill>
            <a:srgbClr val="000000">
              <a:alpha val="2079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gradê de leitura"/>
          <p:cNvSpPr/>
          <p:nvPr/>
        </p:nvSpPr>
        <p:spPr>
          <a:xfrm>
            <a:off x="0" y="2590952"/>
            <a:ext cx="6858000" cy="62865"/>
          </a:xfrm>
          <a:prstGeom prst="rect">
            <a:avLst/>
          </a:prstGeom>
          <a:solidFill>
            <a:srgbClr val="000000">
              <a:alpha val="241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gradê de leitura"/>
          <p:cNvSpPr/>
          <p:nvPr/>
        </p:nvSpPr>
        <p:spPr>
          <a:xfrm>
            <a:off x="0" y="2651988"/>
            <a:ext cx="6858000" cy="62865"/>
          </a:xfrm>
          <a:prstGeom prst="rect">
            <a:avLst/>
          </a:prstGeom>
          <a:solidFill>
            <a:srgbClr val="000000">
              <a:alpha val="267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gradê de leitura"/>
          <p:cNvSpPr/>
          <p:nvPr/>
        </p:nvSpPr>
        <p:spPr>
          <a:xfrm>
            <a:off x="0" y="2713024"/>
            <a:ext cx="6858000" cy="62865"/>
          </a:xfrm>
          <a:prstGeom prst="rect">
            <a:avLst/>
          </a:prstGeom>
          <a:solidFill>
            <a:srgbClr val="000000">
              <a:alpha val="2902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gradê de leitura"/>
          <p:cNvSpPr/>
          <p:nvPr/>
        </p:nvSpPr>
        <p:spPr>
          <a:xfrm>
            <a:off x="0" y="2774061"/>
            <a:ext cx="6858000" cy="62865"/>
          </a:xfrm>
          <a:prstGeom prst="rect">
            <a:avLst/>
          </a:prstGeom>
          <a:solidFill>
            <a:srgbClr val="000000">
              <a:alpha val="3099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gradê de leitura"/>
          <p:cNvSpPr/>
          <p:nvPr/>
        </p:nvSpPr>
        <p:spPr>
          <a:xfrm>
            <a:off x="0" y="2835097"/>
            <a:ext cx="6858000" cy="62865"/>
          </a:xfrm>
          <a:prstGeom prst="rect">
            <a:avLst/>
          </a:prstGeom>
          <a:solidFill>
            <a:srgbClr val="000000">
              <a:alpha val="327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gradê de leitura"/>
          <p:cNvSpPr/>
          <p:nvPr/>
        </p:nvSpPr>
        <p:spPr>
          <a:xfrm>
            <a:off x="0" y="2896133"/>
            <a:ext cx="6858000" cy="62865"/>
          </a:xfrm>
          <a:prstGeom prst="rect">
            <a:avLst/>
          </a:prstGeom>
          <a:solidFill>
            <a:srgbClr val="000000">
              <a:alpha val="344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egradê de leitura"/>
          <p:cNvSpPr/>
          <p:nvPr/>
        </p:nvSpPr>
        <p:spPr>
          <a:xfrm>
            <a:off x="0" y="2957169"/>
            <a:ext cx="6858000" cy="62865"/>
          </a:xfrm>
          <a:prstGeom prst="rect">
            <a:avLst/>
          </a:prstGeom>
          <a:solidFill>
            <a:srgbClr val="000000">
              <a:alpha val="3597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egradê de leitura"/>
          <p:cNvSpPr/>
          <p:nvPr/>
        </p:nvSpPr>
        <p:spPr>
          <a:xfrm>
            <a:off x="0" y="3018205"/>
            <a:ext cx="6858000" cy="62865"/>
          </a:xfrm>
          <a:prstGeom prst="rect">
            <a:avLst/>
          </a:prstGeom>
          <a:solidFill>
            <a:srgbClr val="000000">
              <a:alpha val="374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egradê de leitura"/>
          <p:cNvSpPr/>
          <p:nvPr/>
        </p:nvSpPr>
        <p:spPr>
          <a:xfrm>
            <a:off x="0" y="3079242"/>
            <a:ext cx="6858000" cy="62865"/>
          </a:xfrm>
          <a:prstGeom prst="rect">
            <a:avLst/>
          </a:prstGeom>
          <a:solidFill>
            <a:srgbClr val="000000">
              <a:alpha val="3880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egradê de leitura"/>
          <p:cNvSpPr/>
          <p:nvPr/>
        </p:nvSpPr>
        <p:spPr>
          <a:xfrm>
            <a:off x="0" y="3140278"/>
            <a:ext cx="6858000" cy="62865"/>
          </a:xfrm>
          <a:prstGeom prst="rect">
            <a:avLst/>
          </a:prstGeom>
          <a:solidFill>
            <a:srgbClr val="000000">
              <a:alpha val="4011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egradê de leitura"/>
          <p:cNvSpPr/>
          <p:nvPr/>
        </p:nvSpPr>
        <p:spPr>
          <a:xfrm>
            <a:off x="0" y="3201314"/>
            <a:ext cx="6858000" cy="62865"/>
          </a:xfrm>
          <a:prstGeom prst="rect">
            <a:avLst/>
          </a:prstGeom>
          <a:solidFill>
            <a:srgbClr val="000000">
              <a:alpha val="4137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egradê de leitura"/>
          <p:cNvSpPr/>
          <p:nvPr/>
        </p:nvSpPr>
        <p:spPr>
          <a:xfrm>
            <a:off x="0" y="3262350"/>
            <a:ext cx="6858000" cy="62865"/>
          </a:xfrm>
          <a:prstGeom prst="rect">
            <a:avLst/>
          </a:prstGeom>
          <a:solidFill>
            <a:srgbClr val="000000">
              <a:alpha val="425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egradê de leitura"/>
          <p:cNvSpPr/>
          <p:nvPr/>
        </p:nvSpPr>
        <p:spPr>
          <a:xfrm>
            <a:off x="0" y="3323386"/>
            <a:ext cx="6858000" cy="62865"/>
          </a:xfrm>
          <a:prstGeom prst="rect">
            <a:avLst/>
          </a:prstGeom>
          <a:solidFill>
            <a:srgbClr val="000000">
              <a:alpha val="4373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egradê de leitura"/>
          <p:cNvSpPr/>
          <p:nvPr/>
        </p:nvSpPr>
        <p:spPr>
          <a:xfrm>
            <a:off x="0" y="3384423"/>
            <a:ext cx="6858000" cy="62865"/>
          </a:xfrm>
          <a:prstGeom prst="rect">
            <a:avLst/>
          </a:prstGeom>
          <a:solidFill>
            <a:srgbClr val="000000">
              <a:alpha val="4486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egradê de leitura"/>
          <p:cNvSpPr/>
          <p:nvPr/>
        </p:nvSpPr>
        <p:spPr>
          <a:xfrm>
            <a:off x="0" y="3445459"/>
            <a:ext cx="6858000" cy="62865"/>
          </a:xfrm>
          <a:prstGeom prst="rect">
            <a:avLst/>
          </a:prstGeom>
          <a:solidFill>
            <a:srgbClr val="000000">
              <a:alpha val="4594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egradê de leitura"/>
          <p:cNvSpPr/>
          <p:nvPr/>
        </p:nvSpPr>
        <p:spPr>
          <a:xfrm>
            <a:off x="0" y="3506495"/>
            <a:ext cx="6858000" cy="62865"/>
          </a:xfrm>
          <a:prstGeom prst="rect">
            <a:avLst/>
          </a:prstGeom>
          <a:solidFill>
            <a:srgbClr val="000000">
              <a:alpha val="470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egradê de leitura"/>
          <p:cNvSpPr/>
          <p:nvPr/>
        </p:nvSpPr>
        <p:spPr>
          <a:xfrm>
            <a:off x="0" y="3567531"/>
            <a:ext cx="6858000" cy="62865"/>
          </a:xfrm>
          <a:prstGeom prst="rect">
            <a:avLst/>
          </a:prstGeom>
          <a:solidFill>
            <a:srgbClr val="000000">
              <a:alpha val="4802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egradê de leitura"/>
          <p:cNvSpPr/>
          <p:nvPr/>
        </p:nvSpPr>
        <p:spPr>
          <a:xfrm>
            <a:off x="0" y="3628567"/>
            <a:ext cx="6858000" cy="62865"/>
          </a:xfrm>
          <a:prstGeom prst="rect">
            <a:avLst/>
          </a:prstGeom>
          <a:solidFill>
            <a:srgbClr val="000000">
              <a:alpha val="490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egradê de leitura"/>
          <p:cNvSpPr/>
          <p:nvPr/>
        </p:nvSpPr>
        <p:spPr>
          <a:xfrm>
            <a:off x="0" y="3689604"/>
            <a:ext cx="6858000" cy="62865"/>
          </a:xfrm>
          <a:prstGeom prst="rect">
            <a:avLst/>
          </a:prstGeom>
          <a:solidFill>
            <a:srgbClr val="000000">
              <a:alpha val="5000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egradê de leitura"/>
          <p:cNvSpPr/>
          <p:nvPr/>
        </p:nvSpPr>
        <p:spPr>
          <a:xfrm>
            <a:off x="0" y="3750640"/>
            <a:ext cx="6858000" cy="62865"/>
          </a:xfrm>
          <a:prstGeom prst="rect">
            <a:avLst/>
          </a:prstGeom>
          <a:solidFill>
            <a:srgbClr val="000000">
              <a:alpha val="5095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egradê de leitura"/>
          <p:cNvSpPr/>
          <p:nvPr/>
        </p:nvSpPr>
        <p:spPr>
          <a:xfrm>
            <a:off x="0" y="3811676"/>
            <a:ext cx="6858000" cy="62865"/>
          </a:xfrm>
          <a:prstGeom prst="rect">
            <a:avLst/>
          </a:prstGeom>
          <a:solidFill>
            <a:srgbClr val="000000">
              <a:alpha val="5188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egradê de leitura"/>
          <p:cNvSpPr/>
          <p:nvPr/>
        </p:nvSpPr>
        <p:spPr>
          <a:xfrm>
            <a:off x="0" y="3872712"/>
            <a:ext cx="6858000" cy="62865"/>
          </a:xfrm>
          <a:prstGeom prst="rect">
            <a:avLst/>
          </a:prstGeom>
          <a:solidFill>
            <a:srgbClr val="000000">
              <a:alpha val="527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egradê de leitura"/>
          <p:cNvSpPr/>
          <p:nvPr/>
        </p:nvSpPr>
        <p:spPr>
          <a:xfrm>
            <a:off x="0" y="3933748"/>
            <a:ext cx="6858000" cy="62865"/>
          </a:xfrm>
          <a:prstGeom prst="rect">
            <a:avLst/>
          </a:prstGeom>
          <a:solidFill>
            <a:srgbClr val="000000">
              <a:alpha val="5368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egradê de leitura"/>
          <p:cNvSpPr/>
          <p:nvPr/>
        </p:nvSpPr>
        <p:spPr>
          <a:xfrm>
            <a:off x="0" y="3994785"/>
            <a:ext cx="6858000" cy="62865"/>
          </a:xfrm>
          <a:prstGeom prst="rect">
            <a:avLst/>
          </a:prstGeom>
          <a:solidFill>
            <a:srgbClr val="000000">
              <a:alpha val="5455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egradê de leitura"/>
          <p:cNvSpPr/>
          <p:nvPr/>
        </p:nvSpPr>
        <p:spPr>
          <a:xfrm>
            <a:off x="0" y="4055821"/>
            <a:ext cx="6858000" cy="62865"/>
          </a:xfrm>
          <a:prstGeom prst="rect">
            <a:avLst/>
          </a:prstGeom>
          <a:solidFill>
            <a:srgbClr val="000000">
              <a:alpha val="5541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egradê de leitura"/>
          <p:cNvSpPr/>
          <p:nvPr/>
        </p:nvSpPr>
        <p:spPr>
          <a:xfrm>
            <a:off x="0" y="4116857"/>
            <a:ext cx="6858000" cy="62865"/>
          </a:xfrm>
          <a:prstGeom prst="rect">
            <a:avLst/>
          </a:prstGeom>
          <a:solidFill>
            <a:srgbClr val="000000">
              <a:alpha val="5625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egradê de leitura"/>
          <p:cNvSpPr/>
          <p:nvPr/>
        </p:nvSpPr>
        <p:spPr>
          <a:xfrm>
            <a:off x="0" y="4177893"/>
            <a:ext cx="6858000" cy="62865"/>
          </a:xfrm>
          <a:prstGeom prst="rect">
            <a:avLst/>
          </a:prstGeom>
          <a:solidFill>
            <a:srgbClr val="000000">
              <a:alpha val="5707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egradê de leitura"/>
          <p:cNvSpPr/>
          <p:nvPr/>
        </p:nvSpPr>
        <p:spPr>
          <a:xfrm>
            <a:off x="0" y="4238929"/>
            <a:ext cx="6858000" cy="62865"/>
          </a:xfrm>
          <a:prstGeom prst="rect">
            <a:avLst/>
          </a:prstGeom>
          <a:solidFill>
            <a:srgbClr val="000000">
              <a:alpha val="5788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egradê de leitura"/>
          <p:cNvSpPr/>
          <p:nvPr/>
        </p:nvSpPr>
        <p:spPr>
          <a:xfrm>
            <a:off x="0" y="4299966"/>
            <a:ext cx="6858000" cy="62865"/>
          </a:xfrm>
          <a:prstGeom prst="rect">
            <a:avLst/>
          </a:prstGeom>
          <a:solidFill>
            <a:srgbClr val="000000">
              <a:alpha val="5868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egradê de leitura"/>
          <p:cNvSpPr/>
          <p:nvPr/>
        </p:nvSpPr>
        <p:spPr>
          <a:xfrm>
            <a:off x="0" y="4361002"/>
            <a:ext cx="6858000" cy="62865"/>
          </a:xfrm>
          <a:prstGeom prst="rect">
            <a:avLst/>
          </a:prstGeom>
          <a:solidFill>
            <a:srgbClr val="000000">
              <a:alpha val="594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egradê de leitura"/>
          <p:cNvSpPr/>
          <p:nvPr/>
        </p:nvSpPr>
        <p:spPr>
          <a:xfrm>
            <a:off x="0" y="4422038"/>
            <a:ext cx="6858000" cy="62865"/>
          </a:xfrm>
          <a:prstGeom prst="rect">
            <a:avLst/>
          </a:prstGeom>
          <a:solidFill>
            <a:srgbClr val="000000">
              <a:alpha val="6024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egradê de leitura"/>
          <p:cNvSpPr/>
          <p:nvPr/>
        </p:nvSpPr>
        <p:spPr>
          <a:xfrm>
            <a:off x="0" y="4483074"/>
            <a:ext cx="6858000" cy="62865"/>
          </a:xfrm>
          <a:prstGeom prst="rect">
            <a:avLst/>
          </a:prstGeom>
          <a:solidFill>
            <a:srgbClr val="000000">
              <a:alpha val="6100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egradê de leitura"/>
          <p:cNvSpPr/>
          <p:nvPr/>
        </p:nvSpPr>
        <p:spPr>
          <a:xfrm>
            <a:off x="0" y="4544110"/>
            <a:ext cx="6858000" cy="62865"/>
          </a:xfrm>
          <a:prstGeom prst="rect">
            <a:avLst/>
          </a:prstGeom>
          <a:solidFill>
            <a:srgbClr val="000000">
              <a:alpha val="617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egradê de leitura"/>
          <p:cNvSpPr/>
          <p:nvPr/>
        </p:nvSpPr>
        <p:spPr>
          <a:xfrm>
            <a:off x="0" y="4605147"/>
            <a:ext cx="6858000" cy="62865"/>
          </a:xfrm>
          <a:prstGeom prst="rect">
            <a:avLst/>
          </a:prstGeom>
          <a:solidFill>
            <a:srgbClr val="000000">
              <a:alpha val="624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egradê de leitura"/>
          <p:cNvSpPr/>
          <p:nvPr/>
        </p:nvSpPr>
        <p:spPr>
          <a:xfrm>
            <a:off x="0" y="4666183"/>
            <a:ext cx="6858000" cy="62865"/>
          </a:xfrm>
          <a:prstGeom prst="rect">
            <a:avLst/>
          </a:prstGeom>
          <a:solidFill>
            <a:srgbClr val="000000">
              <a:alpha val="6323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egradê de leitura"/>
          <p:cNvSpPr/>
          <p:nvPr/>
        </p:nvSpPr>
        <p:spPr>
          <a:xfrm>
            <a:off x="0" y="4727219"/>
            <a:ext cx="6858000" cy="62865"/>
          </a:xfrm>
          <a:prstGeom prst="rect">
            <a:avLst/>
          </a:prstGeom>
          <a:solidFill>
            <a:srgbClr val="000000">
              <a:alpha val="6395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egradê de leitura"/>
          <p:cNvSpPr/>
          <p:nvPr/>
        </p:nvSpPr>
        <p:spPr>
          <a:xfrm>
            <a:off x="0" y="4788255"/>
            <a:ext cx="6858000" cy="62865"/>
          </a:xfrm>
          <a:prstGeom prst="rect">
            <a:avLst/>
          </a:prstGeom>
          <a:solidFill>
            <a:srgbClr val="000000">
              <a:alpha val="6466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egradê de leitura"/>
          <p:cNvSpPr/>
          <p:nvPr/>
        </p:nvSpPr>
        <p:spPr>
          <a:xfrm>
            <a:off x="0" y="4849291"/>
            <a:ext cx="6858000" cy="62865"/>
          </a:xfrm>
          <a:prstGeom prst="rect">
            <a:avLst/>
          </a:prstGeom>
          <a:solidFill>
            <a:srgbClr val="000000">
              <a:alpha val="6536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egradê de leitura"/>
          <p:cNvSpPr/>
          <p:nvPr/>
        </p:nvSpPr>
        <p:spPr>
          <a:xfrm>
            <a:off x="0" y="4910328"/>
            <a:ext cx="6858000" cy="62865"/>
          </a:xfrm>
          <a:prstGeom prst="rect">
            <a:avLst/>
          </a:prstGeom>
          <a:solidFill>
            <a:srgbClr val="000000">
              <a:alpha val="660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egradê de leitura"/>
          <p:cNvSpPr/>
          <p:nvPr/>
        </p:nvSpPr>
        <p:spPr>
          <a:xfrm>
            <a:off x="0" y="4971364"/>
            <a:ext cx="6858000" cy="62865"/>
          </a:xfrm>
          <a:prstGeom prst="rect">
            <a:avLst/>
          </a:prstGeom>
          <a:solidFill>
            <a:srgbClr val="000000">
              <a:alpha val="6674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egradê de leitura"/>
          <p:cNvSpPr/>
          <p:nvPr/>
        </p:nvSpPr>
        <p:spPr>
          <a:xfrm>
            <a:off x="0" y="5032400"/>
            <a:ext cx="6858000" cy="62865"/>
          </a:xfrm>
          <a:prstGeom prst="rect">
            <a:avLst/>
          </a:prstGeom>
          <a:solidFill>
            <a:srgbClr val="000000">
              <a:alpha val="674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Degradê de leitura"/>
          <p:cNvSpPr/>
          <p:nvPr/>
        </p:nvSpPr>
        <p:spPr>
          <a:xfrm>
            <a:off x="0" y="5093436"/>
            <a:ext cx="6858000" cy="62865"/>
          </a:xfrm>
          <a:prstGeom prst="rect">
            <a:avLst/>
          </a:prstGeom>
          <a:solidFill>
            <a:srgbClr val="000000">
              <a:alpha val="6809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egradê de leitura"/>
          <p:cNvSpPr/>
          <p:nvPr/>
        </p:nvSpPr>
        <p:spPr>
          <a:xfrm>
            <a:off x="0" y="5154472"/>
            <a:ext cx="6858000" cy="62865"/>
          </a:xfrm>
          <a:prstGeom prst="rect">
            <a:avLst/>
          </a:prstGeom>
          <a:solidFill>
            <a:srgbClr val="000000">
              <a:alpha val="6875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Degradê de leitura"/>
          <p:cNvSpPr/>
          <p:nvPr/>
        </p:nvSpPr>
        <p:spPr>
          <a:xfrm>
            <a:off x="0" y="5215509"/>
            <a:ext cx="6858000" cy="62865"/>
          </a:xfrm>
          <a:prstGeom prst="rect">
            <a:avLst/>
          </a:prstGeom>
          <a:solidFill>
            <a:srgbClr val="000000">
              <a:alpha val="6941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Degradê de leitura"/>
          <p:cNvSpPr/>
          <p:nvPr/>
        </p:nvSpPr>
        <p:spPr>
          <a:xfrm>
            <a:off x="0" y="5276545"/>
            <a:ext cx="6858000" cy="62865"/>
          </a:xfrm>
          <a:prstGeom prst="rect">
            <a:avLst/>
          </a:prstGeom>
          <a:solidFill>
            <a:srgbClr val="000000">
              <a:alpha val="7005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egradê de leitura"/>
          <p:cNvSpPr/>
          <p:nvPr/>
        </p:nvSpPr>
        <p:spPr>
          <a:xfrm>
            <a:off x="0" y="5337581"/>
            <a:ext cx="6858000" cy="62865"/>
          </a:xfrm>
          <a:prstGeom prst="rect">
            <a:avLst/>
          </a:prstGeom>
          <a:solidFill>
            <a:srgbClr val="000000">
              <a:alpha val="707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egradê de leitura"/>
          <p:cNvSpPr/>
          <p:nvPr/>
        </p:nvSpPr>
        <p:spPr>
          <a:xfrm>
            <a:off x="0" y="5398617"/>
            <a:ext cx="6858000" cy="62865"/>
          </a:xfrm>
          <a:prstGeom prst="rect">
            <a:avLst/>
          </a:prstGeom>
          <a:solidFill>
            <a:srgbClr val="000000">
              <a:alpha val="713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egradê de leitura"/>
          <p:cNvSpPr/>
          <p:nvPr/>
        </p:nvSpPr>
        <p:spPr>
          <a:xfrm>
            <a:off x="0" y="5459653"/>
            <a:ext cx="6858000" cy="62865"/>
          </a:xfrm>
          <a:prstGeom prst="rect">
            <a:avLst/>
          </a:prstGeom>
          <a:solidFill>
            <a:srgbClr val="000000">
              <a:alpha val="7196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Degradê de leitura"/>
          <p:cNvSpPr/>
          <p:nvPr/>
        </p:nvSpPr>
        <p:spPr>
          <a:xfrm>
            <a:off x="0" y="5520690"/>
            <a:ext cx="6858000" cy="62865"/>
          </a:xfrm>
          <a:prstGeom prst="rect">
            <a:avLst/>
          </a:prstGeom>
          <a:solidFill>
            <a:srgbClr val="000000">
              <a:alpha val="7258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Degradê de leitura"/>
          <p:cNvSpPr/>
          <p:nvPr/>
        </p:nvSpPr>
        <p:spPr>
          <a:xfrm>
            <a:off x="0" y="5581726"/>
            <a:ext cx="6858000" cy="62865"/>
          </a:xfrm>
          <a:prstGeom prst="rect">
            <a:avLst/>
          </a:prstGeom>
          <a:solidFill>
            <a:srgbClr val="000000">
              <a:alpha val="732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Degradê de leitura"/>
          <p:cNvSpPr/>
          <p:nvPr/>
        </p:nvSpPr>
        <p:spPr>
          <a:xfrm>
            <a:off x="0" y="5642762"/>
            <a:ext cx="6858000" cy="62865"/>
          </a:xfrm>
          <a:prstGeom prst="rect">
            <a:avLst/>
          </a:prstGeom>
          <a:solidFill>
            <a:srgbClr val="000000">
              <a:alpha val="7381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Degradê de leitura"/>
          <p:cNvSpPr/>
          <p:nvPr/>
        </p:nvSpPr>
        <p:spPr>
          <a:xfrm>
            <a:off x="0" y="5703798"/>
            <a:ext cx="6858000" cy="62865"/>
          </a:xfrm>
          <a:prstGeom prst="rect">
            <a:avLst/>
          </a:prstGeom>
          <a:solidFill>
            <a:srgbClr val="000000">
              <a:alpha val="7442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Degradê de leitura"/>
          <p:cNvSpPr/>
          <p:nvPr/>
        </p:nvSpPr>
        <p:spPr>
          <a:xfrm>
            <a:off x="0" y="5764834"/>
            <a:ext cx="6858000" cy="62865"/>
          </a:xfrm>
          <a:prstGeom prst="rect">
            <a:avLst/>
          </a:prstGeom>
          <a:solidFill>
            <a:srgbClr val="000000">
              <a:alpha val="7502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egradê de leitura"/>
          <p:cNvSpPr/>
          <p:nvPr/>
        </p:nvSpPr>
        <p:spPr>
          <a:xfrm>
            <a:off x="0" y="5825871"/>
            <a:ext cx="6858000" cy="62865"/>
          </a:xfrm>
          <a:prstGeom prst="rect">
            <a:avLst/>
          </a:prstGeom>
          <a:solidFill>
            <a:srgbClr val="000000">
              <a:alpha val="7561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Degradê de leitura"/>
          <p:cNvSpPr/>
          <p:nvPr/>
        </p:nvSpPr>
        <p:spPr>
          <a:xfrm>
            <a:off x="0" y="5886907"/>
            <a:ext cx="6858000" cy="62865"/>
          </a:xfrm>
          <a:prstGeom prst="rect">
            <a:avLst/>
          </a:prstGeom>
          <a:solidFill>
            <a:srgbClr val="000000">
              <a:alpha val="7620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Degradê de leitura"/>
          <p:cNvSpPr/>
          <p:nvPr/>
        </p:nvSpPr>
        <p:spPr>
          <a:xfrm>
            <a:off x="0" y="5947943"/>
            <a:ext cx="6858000" cy="62865"/>
          </a:xfrm>
          <a:prstGeom prst="rect">
            <a:avLst/>
          </a:prstGeom>
          <a:solidFill>
            <a:srgbClr val="000000">
              <a:alpha val="7678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Degradê de leitura"/>
          <p:cNvSpPr/>
          <p:nvPr/>
        </p:nvSpPr>
        <p:spPr>
          <a:xfrm>
            <a:off x="0" y="6008979"/>
            <a:ext cx="6858000" cy="62865"/>
          </a:xfrm>
          <a:prstGeom prst="rect">
            <a:avLst/>
          </a:prstGeom>
          <a:solidFill>
            <a:srgbClr val="000000">
              <a:alpha val="7736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Degradê de leitura"/>
          <p:cNvSpPr/>
          <p:nvPr/>
        </p:nvSpPr>
        <p:spPr>
          <a:xfrm>
            <a:off x="0" y="6070015"/>
            <a:ext cx="6858000" cy="62865"/>
          </a:xfrm>
          <a:prstGeom prst="rect">
            <a:avLst/>
          </a:prstGeom>
          <a:solidFill>
            <a:srgbClr val="000000">
              <a:alpha val="7794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egradê de leitura"/>
          <p:cNvSpPr/>
          <p:nvPr/>
        </p:nvSpPr>
        <p:spPr>
          <a:xfrm>
            <a:off x="0" y="6131052"/>
            <a:ext cx="6858000" cy="62865"/>
          </a:xfrm>
          <a:prstGeom prst="rect">
            <a:avLst/>
          </a:prstGeom>
          <a:solidFill>
            <a:srgbClr val="000000">
              <a:alpha val="7851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Degradê de leitura"/>
          <p:cNvSpPr/>
          <p:nvPr/>
        </p:nvSpPr>
        <p:spPr>
          <a:xfrm>
            <a:off x="0" y="6192088"/>
            <a:ext cx="6858000" cy="62865"/>
          </a:xfrm>
          <a:prstGeom prst="rect">
            <a:avLst/>
          </a:prstGeom>
          <a:solidFill>
            <a:srgbClr val="000000">
              <a:alpha val="790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Degradê de leitura"/>
          <p:cNvSpPr/>
          <p:nvPr/>
        </p:nvSpPr>
        <p:spPr>
          <a:xfrm>
            <a:off x="0" y="6253124"/>
            <a:ext cx="6858000" cy="62865"/>
          </a:xfrm>
          <a:prstGeom prst="rect">
            <a:avLst/>
          </a:prstGeom>
          <a:solidFill>
            <a:srgbClr val="000000">
              <a:alpha val="7963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Degradê de leitura"/>
          <p:cNvSpPr/>
          <p:nvPr/>
        </p:nvSpPr>
        <p:spPr>
          <a:xfrm>
            <a:off x="0" y="6314160"/>
            <a:ext cx="6858000" cy="62865"/>
          </a:xfrm>
          <a:prstGeom prst="rect">
            <a:avLst/>
          </a:prstGeom>
          <a:solidFill>
            <a:srgbClr val="000000">
              <a:alpha val="8019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egradê de leitura"/>
          <p:cNvSpPr/>
          <p:nvPr/>
        </p:nvSpPr>
        <p:spPr>
          <a:xfrm>
            <a:off x="0" y="6375196"/>
            <a:ext cx="6858000" cy="62865"/>
          </a:xfrm>
          <a:prstGeom prst="rect">
            <a:avLst/>
          </a:prstGeom>
          <a:solidFill>
            <a:srgbClr val="000000">
              <a:alpha val="8074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Degradê de leitura"/>
          <p:cNvSpPr/>
          <p:nvPr/>
        </p:nvSpPr>
        <p:spPr>
          <a:xfrm>
            <a:off x="0" y="6436233"/>
            <a:ext cx="6858000" cy="62865"/>
          </a:xfrm>
          <a:prstGeom prst="rect">
            <a:avLst/>
          </a:prstGeom>
          <a:solidFill>
            <a:srgbClr val="000000">
              <a:alpha val="812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Degradê de leitura"/>
          <p:cNvSpPr/>
          <p:nvPr/>
        </p:nvSpPr>
        <p:spPr>
          <a:xfrm>
            <a:off x="0" y="6497269"/>
            <a:ext cx="6858000" cy="62865"/>
          </a:xfrm>
          <a:prstGeom prst="rect">
            <a:avLst/>
          </a:prstGeom>
          <a:solidFill>
            <a:srgbClr val="000000">
              <a:alpha val="818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Degradê de leitura"/>
          <p:cNvSpPr/>
          <p:nvPr/>
        </p:nvSpPr>
        <p:spPr>
          <a:xfrm>
            <a:off x="0" y="6558305"/>
            <a:ext cx="6858000" cy="62865"/>
          </a:xfrm>
          <a:prstGeom prst="rect">
            <a:avLst/>
          </a:prstGeom>
          <a:solidFill>
            <a:srgbClr val="000000">
              <a:alpha val="8238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Degradê de leitura"/>
          <p:cNvSpPr/>
          <p:nvPr/>
        </p:nvSpPr>
        <p:spPr>
          <a:xfrm>
            <a:off x="0" y="6619341"/>
            <a:ext cx="6858000" cy="62865"/>
          </a:xfrm>
          <a:prstGeom prst="rect">
            <a:avLst/>
          </a:prstGeom>
          <a:solidFill>
            <a:srgbClr val="000000">
              <a:alpha val="8291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Degradê de leitura"/>
          <p:cNvSpPr/>
          <p:nvPr/>
        </p:nvSpPr>
        <p:spPr>
          <a:xfrm>
            <a:off x="0" y="6680377"/>
            <a:ext cx="6858000" cy="62865"/>
          </a:xfrm>
          <a:prstGeom prst="rect">
            <a:avLst/>
          </a:prstGeom>
          <a:solidFill>
            <a:srgbClr val="000000">
              <a:alpha val="8345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Degradê de leitura"/>
          <p:cNvSpPr/>
          <p:nvPr/>
        </p:nvSpPr>
        <p:spPr>
          <a:xfrm>
            <a:off x="0" y="6741414"/>
            <a:ext cx="6858000" cy="62865"/>
          </a:xfrm>
          <a:prstGeom prst="rect">
            <a:avLst/>
          </a:prstGeom>
          <a:solidFill>
            <a:srgbClr val="000000">
              <a:alpha val="8398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Degradê de leitura"/>
          <p:cNvSpPr/>
          <p:nvPr/>
        </p:nvSpPr>
        <p:spPr>
          <a:xfrm>
            <a:off x="0" y="6802450"/>
            <a:ext cx="6858000" cy="62865"/>
          </a:xfrm>
          <a:prstGeom prst="rect">
            <a:avLst/>
          </a:prstGeom>
          <a:solidFill>
            <a:srgbClr val="000000">
              <a:alpha val="8450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Degradê de leitura"/>
          <p:cNvSpPr/>
          <p:nvPr/>
        </p:nvSpPr>
        <p:spPr>
          <a:xfrm>
            <a:off x="0" y="6863486"/>
            <a:ext cx="6858000" cy="62865"/>
          </a:xfrm>
          <a:prstGeom prst="rect">
            <a:avLst/>
          </a:prstGeom>
          <a:solidFill>
            <a:srgbClr val="000000">
              <a:alpha val="850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Degradê de leitura"/>
          <p:cNvSpPr/>
          <p:nvPr/>
        </p:nvSpPr>
        <p:spPr>
          <a:xfrm>
            <a:off x="0" y="6924522"/>
            <a:ext cx="6858000" cy="62865"/>
          </a:xfrm>
          <a:prstGeom prst="rect">
            <a:avLst/>
          </a:prstGeom>
          <a:solidFill>
            <a:srgbClr val="000000">
              <a:alpha val="8554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Degradê de leitura"/>
          <p:cNvSpPr/>
          <p:nvPr/>
        </p:nvSpPr>
        <p:spPr>
          <a:xfrm>
            <a:off x="0" y="6985558"/>
            <a:ext cx="6858000" cy="62865"/>
          </a:xfrm>
          <a:prstGeom prst="rect">
            <a:avLst/>
          </a:prstGeom>
          <a:solidFill>
            <a:srgbClr val="000000">
              <a:alpha val="8606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Degradê de leitura"/>
          <p:cNvSpPr/>
          <p:nvPr/>
        </p:nvSpPr>
        <p:spPr>
          <a:xfrm>
            <a:off x="0" y="7046595"/>
            <a:ext cx="6858000" cy="62865"/>
          </a:xfrm>
          <a:prstGeom prst="rect">
            <a:avLst/>
          </a:prstGeom>
          <a:solidFill>
            <a:srgbClr val="000000">
              <a:alpha val="8657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Degradê de leitura"/>
          <p:cNvSpPr/>
          <p:nvPr/>
        </p:nvSpPr>
        <p:spPr>
          <a:xfrm>
            <a:off x="0" y="7107631"/>
            <a:ext cx="6858000" cy="62865"/>
          </a:xfrm>
          <a:prstGeom prst="rect">
            <a:avLst/>
          </a:prstGeom>
          <a:solidFill>
            <a:srgbClr val="000000">
              <a:alpha val="8708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Degradê de leitura"/>
          <p:cNvSpPr/>
          <p:nvPr/>
        </p:nvSpPr>
        <p:spPr>
          <a:xfrm>
            <a:off x="0" y="7168667"/>
            <a:ext cx="6858000" cy="62865"/>
          </a:xfrm>
          <a:prstGeom prst="rect">
            <a:avLst/>
          </a:prstGeom>
          <a:solidFill>
            <a:srgbClr val="000000">
              <a:alpha val="8758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Degradê de leitura"/>
          <p:cNvSpPr/>
          <p:nvPr/>
        </p:nvSpPr>
        <p:spPr>
          <a:xfrm>
            <a:off x="0" y="7229703"/>
            <a:ext cx="6858000" cy="62865"/>
          </a:xfrm>
          <a:prstGeom prst="rect">
            <a:avLst/>
          </a:prstGeom>
          <a:solidFill>
            <a:srgbClr val="000000">
              <a:alpha val="8808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Degradê de leitura"/>
          <p:cNvSpPr/>
          <p:nvPr/>
        </p:nvSpPr>
        <p:spPr>
          <a:xfrm>
            <a:off x="0" y="7290739"/>
            <a:ext cx="6858000" cy="62865"/>
          </a:xfrm>
          <a:prstGeom prst="rect">
            <a:avLst/>
          </a:prstGeom>
          <a:solidFill>
            <a:srgbClr val="000000">
              <a:alpha val="8858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Degradê de leitura"/>
          <p:cNvSpPr/>
          <p:nvPr/>
        </p:nvSpPr>
        <p:spPr>
          <a:xfrm>
            <a:off x="0" y="7351775"/>
            <a:ext cx="6858000" cy="62865"/>
          </a:xfrm>
          <a:prstGeom prst="rect">
            <a:avLst/>
          </a:prstGeom>
          <a:solidFill>
            <a:srgbClr val="000000">
              <a:alpha val="890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egradê de leitura"/>
          <p:cNvSpPr/>
          <p:nvPr/>
        </p:nvSpPr>
        <p:spPr>
          <a:xfrm>
            <a:off x="0" y="7412812"/>
            <a:ext cx="6858000" cy="62865"/>
          </a:xfrm>
          <a:prstGeom prst="rect">
            <a:avLst/>
          </a:prstGeom>
          <a:solidFill>
            <a:srgbClr val="000000">
              <a:alpha val="8957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egradê de leitura"/>
          <p:cNvSpPr/>
          <p:nvPr/>
        </p:nvSpPr>
        <p:spPr>
          <a:xfrm>
            <a:off x="0" y="7473848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egradê de leitura"/>
          <p:cNvSpPr/>
          <p:nvPr/>
        </p:nvSpPr>
        <p:spPr>
          <a:xfrm>
            <a:off x="0" y="7534884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egradê de leitura"/>
          <p:cNvSpPr/>
          <p:nvPr/>
        </p:nvSpPr>
        <p:spPr>
          <a:xfrm>
            <a:off x="0" y="7595920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Degradê de leitura"/>
          <p:cNvSpPr/>
          <p:nvPr/>
        </p:nvSpPr>
        <p:spPr>
          <a:xfrm>
            <a:off x="0" y="7656957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egradê de leitura"/>
          <p:cNvSpPr/>
          <p:nvPr/>
        </p:nvSpPr>
        <p:spPr>
          <a:xfrm>
            <a:off x="0" y="7717993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Degradê de leitura"/>
          <p:cNvSpPr/>
          <p:nvPr/>
        </p:nvSpPr>
        <p:spPr>
          <a:xfrm>
            <a:off x="0" y="7779029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Degradê de leitura"/>
          <p:cNvSpPr/>
          <p:nvPr/>
        </p:nvSpPr>
        <p:spPr>
          <a:xfrm>
            <a:off x="0" y="7840065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Degradê de leitura"/>
          <p:cNvSpPr/>
          <p:nvPr/>
        </p:nvSpPr>
        <p:spPr>
          <a:xfrm>
            <a:off x="0" y="7901101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Degradê de leitura"/>
          <p:cNvSpPr/>
          <p:nvPr/>
        </p:nvSpPr>
        <p:spPr>
          <a:xfrm>
            <a:off x="0" y="7962138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Degradê de leitura"/>
          <p:cNvSpPr/>
          <p:nvPr/>
        </p:nvSpPr>
        <p:spPr>
          <a:xfrm>
            <a:off x="0" y="8023174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Degradê de leitura"/>
          <p:cNvSpPr/>
          <p:nvPr/>
        </p:nvSpPr>
        <p:spPr>
          <a:xfrm>
            <a:off x="0" y="8084210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Degradê de leitura"/>
          <p:cNvSpPr/>
          <p:nvPr/>
        </p:nvSpPr>
        <p:spPr>
          <a:xfrm>
            <a:off x="0" y="8145246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Degradê de leitura"/>
          <p:cNvSpPr/>
          <p:nvPr/>
        </p:nvSpPr>
        <p:spPr>
          <a:xfrm>
            <a:off x="0" y="8206282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Degradê de leitura"/>
          <p:cNvSpPr/>
          <p:nvPr/>
        </p:nvSpPr>
        <p:spPr>
          <a:xfrm>
            <a:off x="0" y="8267319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Degradê de leitura"/>
          <p:cNvSpPr/>
          <p:nvPr/>
        </p:nvSpPr>
        <p:spPr>
          <a:xfrm>
            <a:off x="0" y="8328355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Degradê de leitura"/>
          <p:cNvSpPr/>
          <p:nvPr/>
        </p:nvSpPr>
        <p:spPr>
          <a:xfrm>
            <a:off x="0" y="8389391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Degradê de leitura"/>
          <p:cNvSpPr/>
          <p:nvPr/>
        </p:nvSpPr>
        <p:spPr>
          <a:xfrm>
            <a:off x="0" y="8450427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Degradê de leitura"/>
          <p:cNvSpPr/>
          <p:nvPr/>
        </p:nvSpPr>
        <p:spPr>
          <a:xfrm>
            <a:off x="0" y="8511463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raço vermelho"/>
          <p:cNvSpPr/>
          <p:nvPr/>
        </p:nvSpPr>
        <p:spPr>
          <a:xfrm rot="20040000">
            <a:off x="6327648" y="3182112"/>
            <a:ext cx="530352" cy="32004"/>
          </a:xfrm>
          <a:prstGeom prst="rect">
            <a:avLst/>
          </a:prstGeom>
          <a:solidFill>
            <a:srgbClr val="FF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ítulo editável"/>
          <p:cNvSpPr txBox="1"/>
          <p:nvPr/>
        </p:nvSpPr>
        <p:spPr>
          <a:xfrm>
            <a:off x="457200" y="3063240"/>
            <a:ext cx="5943600" cy="2697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6864"/>
              </a:lnSpc>
              <a:spcBef>
                <a:spcPts val="0"/>
              </a:spcBef>
              <a:spcAft>
                <a:spcPts val="0"/>
              </a:spcAft>
            </a:pPr>
            <a:r>
              <a:rPr sz="6600" b="0">
                <a:solidFill>
                  <a:srgbClr val="FFFFFF"/>
                </a:solidFill>
                <a:latin typeface="Barlow Condensed Black"/>
              </a:rPr>
              <a:t>QUAL DELAS</a:t>
            </a:r>
          </a:p>
          <a:p>
            <a:pPr>
              <a:lnSpc>
                <a:spcPts val="6864"/>
              </a:lnSpc>
              <a:spcBef>
                <a:spcPts val="0"/>
              </a:spcBef>
              <a:spcAft>
                <a:spcPts val="0"/>
              </a:spcAft>
            </a:pPr>
            <a:r>
              <a:rPr sz="6600" b="0">
                <a:solidFill>
                  <a:srgbClr val="FFFFFF"/>
                </a:solidFill>
                <a:latin typeface="Barlow Condensed Black"/>
              </a:rPr>
              <a:t>VOCÊ QUER</a:t>
            </a:r>
          </a:p>
          <a:p>
            <a:pPr>
              <a:lnSpc>
                <a:spcPts val="6864"/>
              </a:lnSpc>
              <a:spcBef>
                <a:spcPts val="0"/>
              </a:spcBef>
              <a:spcAft>
                <a:spcPts val="0"/>
              </a:spcAft>
            </a:pPr>
            <a:r>
              <a:rPr sz="6600" b="0">
                <a:solidFill>
                  <a:srgbClr val="FFFFFF"/>
                </a:solidFill>
                <a:latin typeface="Barlow Condensed Black"/>
              </a:rPr>
              <a:t>ENTENDER?</a:t>
            </a:r>
          </a:p>
        </p:txBody>
      </p:sp>
      <p:sp>
        <p:nvSpPr>
          <p:cNvPr id="106" name="Destaque editável"/>
          <p:cNvSpPr txBox="1"/>
          <p:nvPr/>
        </p:nvSpPr>
        <p:spPr>
          <a:xfrm>
            <a:off x="457200" y="5742432"/>
            <a:ext cx="594360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496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1427"/>
                </a:solidFill>
                <a:latin typeface="Barlow Condensed Black"/>
              </a:rPr>
              <a:t>C, D OU B12?</a:t>
            </a:r>
          </a:p>
        </p:txBody>
      </p:sp>
      <p:sp>
        <p:nvSpPr>
          <p:cNvPr id="107" name="Explicação editável"/>
          <p:cNvSpPr txBox="1"/>
          <p:nvPr/>
        </p:nvSpPr>
        <p:spPr>
          <a:xfrm>
            <a:off x="457200" y="6254496"/>
            <a:ext cx="5943600" cy="137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048"/>
              </a:lnSpc>
              <a:spcBef>
                <a:spcPts val="0"/>
              </a:spcBef>
              <a:spcAft>
                <a:spcPts val="0"/>
              </a:spcAft>
            </a:pPr>
            <a:r>
              <a:rPr sz="1970" b="1">
                <a:solidFill>
                  <a:srgbClr val="FFFFFF"/>
                </a:solidFill>
                <a:latin typeface="Inter"/>
              </a:rPr>
              <a:t>Comente a letra ou o nome.</a:t>
            </a:r>
          </a:p>
          <a:p>
            <a:pPr>
              <a:lnSpc>
                <a:spcPts val="2048"/>
              </a:lnSpc>
              <a:spcBef>
                <a:spcPts val="0"/>
              </a:spcBef>
              <a:spcAft>
                <a:spcPts val="0"/>
              </a:spcAft>
            </a:pPr>
            <a:r>
              <a:rPr sz="1970" b="1">
                <a:solidFill>
                  <a:srgbClr val="FFFFFF"/>
                </a:solidFill>
                <a:latin typeface="Inter"/>
              </a:rPr>
              <a:t>Sua dúvida pode virar o próximo post.</a:t>
            </a:r>
          </a:p>
        </p:txBody>
      </p:sp>
      <p:sp>
        <p:nvSpPr>
          <p:cNvPr id="108" name="Chamada vermelha editável"/>
          <p:cNvSpPr/>
          <p:nvPr/>
        </p:nvSpPr>
        <p:spPr>
          <a:xfrm>
            <a:off x="457200" y="7543800"/>
            <a:ext cx="5943600" cy="530352"/>
          </a:xfrm>
          <a:prstGeom prst="roundRect">
            <a:avLst>
              <a:gd name="adj" fmla="val 50000"/>
            </a:avLst>
          </a:prstGeom>
          <a:solidFill>
            <a:srgbClr val="FF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Chamada editável"/>
          <p:cNvSpPr txBox="1"/>
          <p:nvPr/>
        </p:nvSpPr>
        <p:spPr>
          <a:xfrm>
            <a:off x="713232" y="7671816"/>
            <a:ext cx="544068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768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Barlow Condensed Black"/>
              </a:rPr>
              <a:t>SALVE PARA CONSULTAR DEPOIS</a:t>
            </a:r>
          </a:p>
        </p:txBody>
      </p:sp>
      <p:sp>
        <p:nvSpPr>
          <p:cNvPr id="110" name="Página"/>
          <p:cNvSpPr txBox="1"/>
          <p:nvPr/>
        </p:nvSpPr>
        <p:spPr>
          <a:xfrm>
            <a:off x="457200" y="8266175"/>
            <a:ext cx="9144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967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FFFFFF"/>
                </a:solidFill>
                <a:latin typeface="Barlow Condensed Black"/>
              </a:rPr>
              <a:t>05 / 06</a:t>
            </a:r>
          </a:p>
        </p:txBody>
      </p:sp>
      <p:sp>
        <p:nvSpPr>
          <p:cNvPr id="111" name="Indicador de sequência"/>
          <p:cNvSpPr/>
          <p:nvPr/>
        </p:nvSpPr>
        <p:spPr>
          <a:xfrm>
            <a:off x="5413248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Indicador de sequência"/>
          <p:cNvSpPr/>
          <p:nvPr/>
        </p:nvSpPr>
        <p:spPr>
          <a:xfrm>
            <a:off x="5586984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Indicador de sequência"/>
          <p:cNvSpPr/>
          <p:nvPr/>
        </p:nvSpPr>
        <p:spPr>
          <a:xfrm>
            <a:off x="5760720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Indicador de sequência"/>
          <p:cNvSpPr/>
          <p:nvPr/>
        </p:nvSpPr>
        <p:spPr>
          <a:xfrm>
            <a:off x="5934456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Indicador de sequência"/>
          <p:cNvSpPr/>
          <p:nvPr/>
        </p:nvSpPr>
        <p:spPr>
          <a:xfrm>
            <a:off x="6108192" y="8284464"/>
            <a:ext cx="64008" cy="64008"/>
          </a:xfrm>
          <a:prstGeom prst="ellipse">
            <a:avLst/>
          </a:prstGeom>
          <a:solidFill>
            <a:srgbClr val="FF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Indicador de sequência"/>
          <p:cNvSpPr/>
          <p:nvPr/>
        </p:nvSpPr>
        <p:spPr>
          <a:xfrm>
            <a:off x="6281928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OTO DE FUNDO — SUBSTITUIR — CARD 06" descr="fundo-puravi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8572500"/>
          </a:xfrm>
          <a:prstGeom prst="rect">
            <a:avLst/>
          </a:prstGeom>
        </p:spPr>
      </p:pic>
      <p:sp>
        <p:nvSpPr>
          <p:cNvPr id="3" name="Contraste geral"/>
          <p:cNvSpPr/>
          <p:nvPr/>
        </p:nvSpPr>
        <p:spPr>
          <a:xfrm>
            <a:off x="0" y="0"/>
            <a:ext cx="6858000" cy="8572500"/>
          </a:xfrm>
          <a:prstGeom prst="rect">
            <a:avLst/>
          </a:prstGeom>
          <a:solidFill>
            <a:srgbClr val="00000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gradê de leitura"/>
          <p:cNvSpPr/>
          <p:nvPr/>
        </p:nvSpPr>
        <p:spPr>
          <a:xfrm>
            <a:off x="0" y="2468880"/>
            <a:ext cx="6858000" cy="62865"/>
          </a:xfrm>
          <a:prstGeom prst="rect">
            <a:avLst/>
          </a:prstGeom>
          <a:solidFill>
            <a:srgbClr val="000000">
              <a:alpha val="1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gradê de leitura"/>
          <p:cNvSpPr/>
          <p:nvPr/>
        </p:nvSpPr>
        <p:spPr>
          <a:xfrm>
            <a:off x="0" y="2529916"/>
            <a:ext cx="6858000" cy="62865"/>
          </a:xfrm>
          <a:prstGeom prst="rect">
            <a:avLst/>
          </a:prstGeom>
          <a:solidFill>
            <a:srgbClr val="000000">
              <a:alpha val="2079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gradê de leitura"/>
          <p:cNvSpPr/>
          <p:nvPr/>
        </p:nvSpPr>
        <p:spPr>
          <a:xfrm>
            <a:off x="0" y="2590952"/>
            <a:ext cx="6858000" cy="62865"/>
          </a:xfrm>
          <a:prstGeom prst="rect">
            <a:avLst/>
          </a:prstGeom>
          <a:solidFill>
            <a:srgbClr val="000000">
              <a:alpha val="241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gradê de leitura"/>
          <p:cNvSpPr/>
          <p:nvPr/>
        </p:nvSpPr>
        <p:spPr>
          <a:xfrm>
            <a:off x="0" y="2651988"/>
            <a:ext cx="6858000" cy="62865"/>
          </a:xfrm>
          <a:prstGeom prst="rect">
            <a:avLst/>
          </a:prstGeom>
          <a:solidFill>
            <a:srgbClr val="000000">
              <a:alpha val="267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gradê de leitura"/>
          <p:cNvSpPr/>
          <p:nvPr/>
        </p:nvSpPr>
        <p:spPr>
          <a:xfrm>
            <a:off x="0" y="2713024"/>
            <a:ext cx="6858000" cy="62865"/>
          </a:xfrm>
          <a:prstGeom prst="rect">
            <a:avLst/>
          </a:prstGeom>
          <a:solidFill>
            <a:srgbClr val="000000">
              <a:alpha val="2902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gradê de leitura"/>
          <p:cNvSpPr/>
          <p:nvPr/>
        </p:nvSpPr>
        <p:spPr>
          <a:xfrm>
            <a:off x="0" y="2774061"/>
            <a:ext cx="6858000" cy="62865"/>
          </a:xfrm>
          <a:prstGeom prst="rect">
            <a:avLst/>
          </a:prstGeom>
          <a:solidFill>
            <a:srgbClr val="000000">
              <a:alpha val="3099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gradê de leitura"/>
          <p:cNvSpPr/>
          <p:nvPr/>
        </p:nvSpPr>
        <p:spPr>
          <a:xfrm>
            <a:off x="0" y="2835097"/>
            <a:ext cx="6858000" cy="62865"/>
          </a:xfrm>
          <a:prstGeom prst="rect">
            <a:avLst/>
          </a:prstGeom>
          <a:solidFill>
            <a:srgbClr val="000000">
              <a:alpha val="327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gradê de leitura"/>
          <p:cNvSpPr/>
          <p:nvPr/>
        </p:nvSpPr>
        <p:spPr>
          <a:xfrm>
            <a:off x="0" y="2896133"/>
            <a:ext cx="6858000" cy="62865"/>
          </a:xfrm>
          <a:prstGeom prst="rect">
            <a:avLst/>
          </a:prstGeom>
          <a:solidFill>
            <a:srgbClr val="000000">
              <a:alpha val="344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egradê de leitura"/>
          <p:cNvSpPr/>
          <p:nvPr/>
        </p:nvSpPr>
        <p:spPr>
          <a:xfrm>
            <a:off x="0" y="2957169"/>
            <a:ext cx="6858000" cy="62865"/>
          </a:xfrm>
          <a:prstGeom prst="rect">
            <a:avLst/>
          </a:prstGeom>
          <a:solidFill>
            <a:srgbClr val="000000">
              <a:alpha val="3597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egradê de leitura"/>
          <p:cNvSpPr/>
          <p:nvPr/>
        </p:nvSpPr>
        <p:spPr>
          <a:xfrm>
            <a:off x="0" y="3018205"/>
            <a:ext cx="6858000" cy="62865"/>
          </a:xfrm>
          <a:prstGeom prst="rect">
            <a:avLst/>
          </a:prstGeom>
          <a:solidFill>
            <a:srgbClr val="000000">
              <a:alpha val="374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egradê de leitura"/>
          <p:cNvSpPr/>
          <p:nvPr/>
        </p:nvSpPr>
        <p:spPr>
          <a:xfrm>
            <a:off x="0" y="3079242"/>
            <a:ext cx="6858000" cy="62865"/>
          </a:xfrm>
          <a:prstGeom prst="rect">
            <a:avLst/>
          </a:prstGeom>
          <a:solidFill>
            <a:srgbClr val="000000">
              <a:alpha val="3880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egradê de leitura"/>
          <p:cNvSpPr/>
          <p:nvPr/>
        </p:nvSpPr>
        <p:spPr>
          <a:xfrm>
            <a:off x="0" y="3140278"/>
            <a:ext cx="6858000" cy="62865"/>
          </a:xfrm>
          <a:prstGeom prst="rect">
            <a:avLst/>
          </a:prstGeom>
          <a:solidFill>
            <a:srgbClr val="000000">
              <a:alpha val="4011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egradê de leitura"/>
          <p:cNvSpPr/>
          <p:nvPr/>
        </p:nvSpPr>
        <p:spPr>
          <a:xfrm>
            <a:off x="0" y="3201314"/>
            <a:ext cx="6858000" cy="62865"/>
          </a:xfrm>
          <a:prstGeom prst="rect">
            <a:avLst/>
          </a:prstGeom>
          <a:solidFill>
            <a:srgbClr val="000000">
              <a:alpha val="4137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egradê de leitura"/>
          <p:cNvSpPr/>
          <p:nvPr/>
        </p:nvSpPr>
        <p:spPr>
          <a:xfrm>
            <a:off x="0" y="3262350"/>
            <a:ext cx="6858000" cy="62865"/>
          </a:xfrm>
          <a:prstGeom prst="rect">
            <a:avLst/>
          </a:prstGeom>
          <a:solidFill>
            <a:srgbClr val="000000">
              <a:alpha val="425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egradê de leitura"/>
          <p:cNvSpPr/>
          <p:nvPr/>
        </p:nvSpPr>
        <p:spPr>
          <a:xfrm>
            <a:off x="0" y="3323386"/>
            <a:ext cx="6858000" cy="62865"/>
          </a:xfrm>
          <a:prstGeom prst="rect">
            <a:avLst/>
          </a:prstGeom>
          <a:solidFill>
            <a:srgbClr val="000000">
              <a:alpha val="4373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egradê de leitura"/>
          <p:cNvSpPr/>
          <p:nvPr/>
        </p:nvSpPr>
        <p:spPr>
          <a:xfrm>
            <a:off x="0" y="3384423"/>
            <a:ext cx="6858000" cy="62865"/>
          </a:xfrm>
          <a:prstGeom prst="rect">
            <a:avLst/>
          </a:prstGeom>
          <a:solidFill>
            <a:srgbClr val="000000">
              <a:alpha val="4486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egradê de leitura"/>
          <p:cNvSpPr/>
          <p:nvPr/>
        </p:nvSpPr>
        <p:spPr>
          <a:xfrm>
            <a:off x="0" y="3445459"/>
            <a:ext cx="6858000" cy="62865"/>
          </a:xfrm>
          <a:prstGeom prst="rect">
            <a:avLst/>
          </a:prstGeom>
          <a:solidFill>
            <a:srgbClr val="000000">
              <a:alpha val="4594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egradê de leitura"/>
          <p:cNvSpPr/>
          <p:nvPr/>
        </p:nvSpPr>
        <p:spPr>
          <a:xfrm>
            <a:off x="0" y="3506495"/>
            <a:ext cx="6858000" cy="62865"/>
          </a:xfrm>
          <a:prstGeom prst="rect">
            <a:avLst/>
          </a:prstGeom>
          <a:solidFill>
            <a:srgbClr val="000000">
              <a:alpha val="470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egradê de leitura"/>
          <p:cNvSpPr/>
          <p:nvPr/>
        </p:nvSpPr>
        <p:spPr>
          <a:xfrm>
            <a:off x="0" y="3567531"/>
            <a:ext cx="6858000" cy="62865"/>
          </a:xfrm>
          <a:prstGeom prst="rect">
            <a:avLst/>
          </a:prstGeom>
          <a:solidFill>
            <a:srgbClr val="000000">
              <a:alpha val="4802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egradê de leitura"/>
          <p:cNvSpPr/>
          <p:nvPr/>
        </p:nvSpPr>
        <p:spPr>
          <a:xfrm>
            <a:off x="0" y="3628567"/>
            <a:ext cx="6858000" cy="62865"/>
          </a:xfrm>
          <a:prstGeom prst="rect">
            <a:avLst/>
          </a:prstGeom>
          <a:solidFill>
            <a:srgbClr val="000000">
              <a:alpha val="490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egradê de leitura"/>
          <p:cNvSpPr/>
          <p:nvPr/>
        </p:nvSpPr>
        <p:spPr>
          <a:xfrm>
            <a:off x="0" y="3689604"/>
            <a:ext cx="6858000" cy="62865"/>
          </a:xfrm>
          <a:prstGeom prst="rect">
            <a:avLst/>
          </a:prstGeom>
          <a:solidFill>
            <a:srgbClr val="000000">
              <a:alpha val="5000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egradê de leitura"/>
          <p:cNvSpPr/>
          <p:nvPr/>
        </p:nvSpPr>
        <p:spPr>
          <a:xfrm>
            <a:off x="0" y="3750640"/>
            <a:ext cx="6858000" cy="62865"/>
          </a:xfrm>
          <a:prstGeom prst="rect">
            <a:avLst/>
          </a:prstGeom>
          <a:solidFill>
            <a:srgbClr val="000000">
              <a:alpha val="5095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egradê de leitura"/>
          <p:cNvSpPr/>
          <p:nvPr/>
        </p:nvSpPr>
        <p:spPr>
          <a:xfrm>
            <a:off x="0" y="3811676"/>
            <a:ext cx="6858000" cy="62865"/>
          </a:xfrm>
          <a:prstGeom prst="rect">
            <a:avLst/>
          </a:prstGeom>
          <a:solidFill>
            <a:srgbClr val="000000">
              <a:alpha val="5188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egradê de leitura"/>
          <p:cNvSpPr/>
          <p:nvPr/>
        </p:nvSpPr>
        <p:spPr>
          <a:xfrm>
            <a:off x="0" y="3872712"/>
            <a:ext cx="6858000" cy="62865"/>
          </a:xfrm>
          <a:prstGeom prst="rect">
            <a:avLst/>
          </a:prstGeom>
          <a:solidFill>
            <a:srgbClr val="000000">
              <a:alpha val="527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egradê de leitura"/>
          <p:cNvSpPr/>
          <p:nvPr/>
        </p:nvSpPr>
        <p:spPr>
          <a:xfrm>
            <a:off x="0" y="3933748"/>
            <a:ext cx="6858000" cy="62865"/>
          </a:xfrm>
          <a:prstGeom prst="rect">
            <a:avLst/>
          </a:prstGeom>
          <a:solidFill>
            <a:srgbClr val="000000">
              <a:alpha val="5368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egradê de leitura"/>
          <p:cNvSpPr/>
          <p:nvPr/>
        </p:nvSpPr>
        <p:spPr>
          <a:xfrm>
            <a:off x="0" y="3994785"/>
            <a:ext cx="6858000" cy="62865"/>
          </a:xfrm>
          <a:prstGeom prst="rect">
            <a:avLst/>
          </a:prstGeom>
          <a:solidFill>
            <a:srgbClr val="000000">
              <a:alpha val="5455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egradê de leitura"/>
          <p:cNvSpPr/>
          <p:nvPr/>
        </p:nvSpPr>
        <p:spPr>
          <a:xfrm>
            <a:off x="0" y="4055821"/>
            <a:ext cx="6858000" cy="62865"/>
          </a:xfrm>
          <a:prstGeom prst="rect">
            <a:avLst/>
          </a:prstGeom>
          <a:solidFill>
            <a:srgbClr val="000000">
              <a:alpha val="5541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egradê de leitura"/>
          <p:cNvSpPr/>
          <p:nvPr/>
        </p:nvSpPr>
        <p:spPr>
          <a:xfrm>
            <a:off x="0" y="4116857"/>
            <a:ext cx="6858000" cy="62865"/>
          </a:xfrm>
          <a:prstGeom prst="rect">
            <a:avLst/>
          </a:prstGeom>
          <a:solidFill>
            <a:srgbClr val="000000">
              <a:alpha val="5625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egradê de leitura"/>
          <p:cNvSpPr/>
          <p:nvPr/>
        </p:nvSpPr>
        <p:spPr>
          <a:xfrm>
            <a:off x="0" y="4177893"/>
            <a:ext cx="6858000" cy="62865"/>
          </a:xfrm>
          <a:prstGeom prst="rect">
            <a:avLst/>
          </a:prstGeom>
          <a:solidFill>
            <a:srgbClr val="000000">
              <a:alpha val="5707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egradê de leitura"/>
          <p:cNvSpPr/>
          <p:nvPr/>
        </p:nvSpPr>
        <p:spPr>
          <a:xfrm>
            <a:off x="0" y="4238929"/>
            <a:ext cx="6858000" cy="62865"/>
          </a:xfrm>
          <a:prstGeom prst="rect">
            <a:avLst/>
          </a:prstGeom>
          <a:solidFill>
            <a:srgbClr val="000000">
              <a:alpha val="5788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egradê de leitura"/>
          <p:cNvSpPr/>
          <p:nvPr/>
        </p:nvSpPr>
        <p:spPr>
          <a:xfrm>
            <a:off x="0" y="4299966"/>
            <a:ext cx="6858000" cy="62865"/>
          </a:xfrm>
          <a:prstGeom prst="rect">
            <a:avLst/>
          </a:prstGeom>
          <a:solidFill>
            <a:srgbClr val="000000">
              <a:alpha val="5868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egradê de leitura"/>
          <p:cNvSpPr/>
          <p:nvPr/>
        </p:nvSpPr>
        <p:spPr>
          <a:xfrm>
            <a:off x="0" y="4361002"/>
            <a:ext cx="6858000" cy="62865"/>
          </a:xfrm>
          <a:prstGeom prst="rect">
            <a:avLst/>
          </a:prstGeom>
          <a:solidFill>
            <a:srgbClr val="000000">
              <a:alpha val="594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egradê de leitura"/>
          <p:cNvSpPr/>
          <p:nvPr/>
        </p:nvSpPr>
        <p:spPr>
          <a:xfrm>
            <a:off x="0" y="4422038"/>
            <a:ext cx="6858000" cy="62865"/>
          </a:xfrm>
          <a:prstGeom prst="rect">
            <a:avLst/>
          </a:prstGeom>
          <a:solidFill>
            <a:srgbClr val="000000">
              <a:alpha val="6024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egradê de leitura"/>
          <p:cNvSpPr/>
          <p:nvPr/>
        </p:nvSpPr>
        <p:spPr>
          <a:xfrm>
            <a:off x="0" y="4483074"/>
            <a:ext cx="6858000" cy="62865"/>
          </a:xfrm>
          <a:prstGeom prst="rect">
            <a:avLst/>
          </a:prstGeom>
          <a:solidFill>
            <a:srgbClr val="000000">
              <a:alpha val="6100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egradê de leitura"/>
          <p:cNvSpPr/>
          <p:nvPr/>
        </p:nvSpPr>
        <p:spPr>
          <a:xfrm>
            <a:off x="0" y="4544110"/>
            <a:ext cx="6858000" cy="62865"/>
          </a:xfrm>
          <a:prstGeom prst="rect">
            <a:avLst/>
          </a:prstGeom>
          <a:solidFill>
            <a:srgbClr val="000000">
              <a:alpha val="617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egradê de leitura"/>
          <p:cNvSpPr/>
          <p:nvPr/>
        </p:nvSpPr>
        <p:spPr>
          <a:xfrm>
            <a:off x="0" y="4605147"/>
            <a:ext cx="6858000" cy="62865"/>
          </a:xfrm>
          <a:prstGeom prst="rect">
            <a:avLst/>
          </a:prstGeom>
          <a:solidFill>
            <a:srgbClr val="000000">
              <a:alpha val="624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egradê de leitura"/>
          <p:cNvSpPr/>
          <p:nvPr/>
        </p:nvSpPr>
        <p:spPr>
          <a:xfrm>
            <a:off x="0" y="4666183"/>
            <a:ext cx="6858000" cy="62865"/>
          </a:xfrm>
          <a:prstGeom prst="rect">
            <a:avLst/>
          </a:prstGeom>
          <a:solidFill>
            <a:srgbClr val="000000">
              <a:alpha val="6323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egradê de leitura"/>
          <p:cNvSpPr/>
          <p:nvPr/>
        </p:nvSpPr>
        <p:spPr>
          <a:xfrm>
            <a:off x="0" y="4727219"/>
            <a:ext cx="6858000" cy="62865"/>
          </a:xfrm>
          <a:prstGeom prst="rect">
            <a:avLst/>
          </a:prstGeom>
          <a:solidFill>
            <a:srgbClr val="000000">
              <a:alpha val="6395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egradê de leitura"/>
          <p:cNvSpPr/>
          <p:nvPr/>
        </p:nvSpPr>
        <p:spPr>
          <a:xfrm>
            <a:off x="0" y="4788255"/>
            <a:ext cx="6858000" cy="62865"/>
          </a:xfrm>
          <a:prstGeom prst="rect">
            <a:avLst/>
          </a:prstGeom>
          <a:solidFill>
            <a:srgbClr val="000000">
              <a:alpha val="6466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egradê de leitura"/>
          <p:cNvSpPr/>
          <p:nvPr/>
        </p:nvSpPr>
        <p:spPr>
          <a:xfrm>
            <a:off x="0" y="4849291"/>
            <a:ext cx="6858000" cy="62865"/>
          </a:xfrm>
          <a:prstGeom prst="rect">
            <a:avLst/>
          </a:prstGeom>
          <a:solidFill>
            <a:srgbClr val="000000">
              <a:alpha val="6536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egradê de leitura"/>
          <p:cNvSpPr/>
          <p:nvPr/>
        </p:nvSpPr>
        <p:spPr>
          <a:xfrm>
            <a:off x="0" y="4910328"/>
            <a:ext cx="6858000" cy="62865"/>
          </a:xfrm>
          <a:prstGeom prst="rect">
            <a:avLst/>
          </a:prstGeom>
          <a:solidFill>
            <a:srgbClr val="000000">
              <a:alpha val="660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egradê de leitura"/>
          <p:cNvSpPr/>
          <p:nvPr/>
        </p:nvSpPr>
        <p:spPr>
          <a:xfrm>
            <a:off x="0" y="4971364"/>
            <a:ext cx="6858000" cy="62865"/>
          </a:xfrm>
          <a:prstGeom prst="rect">
            <a:avLst/>
          </a:prstGeom>
          <a:solidFill>
            <a:srgbClr val="000000">
              <a:alpha val="6674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egradê de leitura"/>
          <p:cNvSpPr/>
          <p:nvPr/>
        </p:nvSpPr>
        <p:spPr>
          <a:xfrm>
            <a:off x="0" y="5032400"/>
            <a:ext cx="6858000" cy="62865"/>
          </a:xfrm>
          <a:prstGeom prst="rect">
            <a:avLst/>
          </a:prstGeom>
          <a:solidFill>
            <a:srgbClr val="000000">
              <a:alpha val="674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Degradê de leitura"/>
          <p:cNvSpPr/>
          <p:nvPr/>
        </p:nvSpPr>
        <p:spPr>
          <a:xfrm>
            <a:off x="0" y="5093436"/>
            <a:ext cx="6858000" cy="62865"/>
          </a:xfrm>
          <a:prstGeom prst="rect">
            <a:avLst/>
          </a:prstGeom>
          <a:solidFill>
            <a:srgbClr val="000000">
              <a:alpha val="6809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egradê de leitura"/>
          <p:cNvSpPr/>
          <p:nvPr/>
        </p:nvSpPr>
        <p:spPr>
          <a:xfrm>
            <a:off x="0" y="5154472"/>
            <a:ext cx="6858000" cy="62865"/>
          </a:xfrm>
          <a:prstGeom prst="rect">
            <a:avLst/>
          </a:prstGeom>
          <a:solidFill>
            <a:srgbClr val="000000">
              <a:alpha val="6875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Degradê de leitura"/>
          <p:cNvSpPr/>
          <p:nvPr/>
        </p:nvSpPr>
        <p:spPr>
          <a:xfrm>
            <a:off x="0" y="5215509"/>
            <a:ext cx="6858000" cy="62865"/>
          </a:xfrm>
          <a:prstGeom prst="rect">
            <a:avLst/>
          </a:prstGeom>
          <a:solidFill>
            <a:srgbClr val="000000">
              <a:alpha val="6941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Degradê de leitura"/>
          <p:cNvSpPr/>
          <p:nvPr/>
        </p:nvSpPr>
        <p:spPr>
          <a:xfrm>
            <a:off x="0" y="5276545"/>
            <a:ext cx="6858000" cy="62865"/>
          </a:xfrm>
          <a:prstGeom prst="rect">
            <a:avLst/>
          </a:prstGeom>
          <a:solidFill>
            <a:srgbClr val="000000">
              <a:alpha val="7005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egradê de leitura"/>
          <p:cNvSpPr/>
          <p:nvPr/>
        </p:nvSpPr>
        <p:spPr>
          <a:xfrm>
            <a:off x="0" y="5337581"/>
            <a:ext cx="6858000" cy="62865"/>
          </a:xfrm>
          <a:prstGeom prst="rect">
            <a:avLst/>
          </a:prstGeom>
          <a:solidFill>
            <a:srgbClr val="000000">
              <a:alpha val="707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egradê de leitura"/>
          <p:cNvSpPr/>
          <p:nvPr/>
        </p:nvSpPr>
        <p:spPr>
          <a:xfrm>
            <a:off x="0" y="5398617"/>
            <a:ext cx="6858000" cy="62865"/>
          </a:xfrm>
          <a:prstGeom prst="rect">
            <a:avLst/>
          </a:prstGeom>
          <a:solidFill>
            <a:srgbClr val="000000">
              <a:alpha val="713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egradê de leitura"/>
          <p:cNvSpPr/>
          <p:nvPr/>
        </p:nvSpPr>
        <p:spPr>
          <a:xfrm>
            <a:off x="0" y="5459653"/>
            <a:ext cx="6858000" cy="62865"/>
          </a:xfrm>
          <a:prstGeom prst="rect">
            <a:avLst/>
          </a:prstGeom>
          <a:solidFill>
            <a:srgbClr val="000000">
              <a:alpha val="7196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Degradê de leitura"/>
          <p:cNvSpPr/>
          <p:nvPr/>
        </p:nvSpPr>
        <p:spPr>
          <a:xfrm>
            <a:off x="0" y="5520690"/>
            <a:ext cx="6858000" cy="62865"/>
          </a:xfrm>
          <a:prstGeom prst="rect">
            <a:avLst/>
          </a:prstGeom>
          <a:solidFill>
            <a:srgbClr val="000000">
              <a:alpha val="7258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Degradê de leitura"/>
          <p:cNvSpPr/>
          <p:nvPr/>
        </p:nvSpPr>
        <p:spPr>
          <a:xfrm>
            <a:off x="0" y="5581726"/>
            <a:ext cx="6858000" cy="62865"/>
          </a:xfrm>
          <a:prstGeom prst="rect">
            <a:avLst/>
          </a:prstGeom>
          <a:solidFill>
            <a:srgbClr val="000000">
              <a:alpha val="732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Degradê de leitura"/>
          <p:cNvSpPr/>
          <p:nvPr/>
        </p:nvSpPr>
        <p:spPr>
          <a:xfrm>
            <a:off x="0" y="5642762"/>
            <a:ext cx="6858000" cy="62865"/>
          </a:xfrm>
          <a:prstGeom prst="rect">
            <a:avLst/>
          </a:prstGeom>
          <a:solidFill>
            <a:srgbClr val="000000">
              <a:alpha val="7381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Degradê de leitura"/>
          <p:cNvSpPr/>
          <p:nvPr/>
        </p:nvSpPr>
        <p:spPr>
          <a:xfrm>
            <a:off x="0" y="5703798"/>
            <a:ext cx="6858000" cy="62865"/>
          </a:xfrm>
          <a:prstGeom prst="rect">
            <a:avLst/>
          </a:prstGeom>
          <a:solidFill>
            <a:srgbClr val="000000">
              <a:alpha val="7442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Degradê de leitura"/>
          <p:cNvSpPr/>
          <p:nvPr/>
        </p:nvSpPr>
        <p:spPr>
          <a:xfrm>
            <a:off x="0" y="5764834"/>
            <a:ext cx="6858000" cy="62865"/>
          </a:xfrm>
          <a:prstGeom prst="rect">
            <a:avLst/>
          </a:prstGeom>
          <a:solidFill>
            <a:srgbClr val="000000">
              <a:alpha val="7502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egradê de leitura"/>
          <p:cNvSpPr/>
          <p:nvPr/>
        </p:nvSpPr>
        <p:spPr>
          <a:xfrm>
            <a:off x="0" y="5825871"/>
            <a:ext cx="6858000" cy="62865"/>
          </a:xfrm>
          <a:prstGeom prst="rect">
            <a:avLst/>
          </a:prstGeom>
          <a:solidFill>
            <a:srgbClr val="000000">
              <a:alpha val="7561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Degradê de leitura"/>
          <p:cNvSpPr/>
          <p:nvPr/>
        </p:nvSpPr>
        <p:spPr>
          <a:xfrm>
            <a:off x="0" y="5886907"/>
            <a:ext cx="6858000" cy="62865"/>
          </a:xfrm>
          <a:prstGeom prst="rect">
            <a:avLst/>
          </a:prstGeom>
          <a:solidFill>
            <a:srgbClr val="000000">
              <a:alpha val="7620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Degradê de leitura"/>
          <p:cNvSpPr/>
          <p:nvPr/>
        </p:nvSpPr>
        <p:spPr>
          <a:xfrm>
            <a:off x="0" y="5947943"/>
            <a:ext cx="6858000" cy="62865"/>
          </a:xfrm>
          <a:prstGeom prst="rect">
            <a:avLst/>
          </a:prstGeom>
          <a:solidFill>
            <a:srgbClr val="000000">
              <a:alpha val="7678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Degradê de leitura"/>
          <p:cNvSpPr/>
          <p:nvPr/>
        </p:nvSpPr>
        <p:spPr>
          <a:xfrm>
            <a:off x="0" y="6008979"/>
            <a:ext cx="6858000" cy="62865"/>
          </a:xfrm>
          <a:prstGeom prst="rect">
            <a:avLst/>
          </a:prstGeom>
          <a:solidFill>
            <a:srgbClr val="000000">
              <a:alpha val="7736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Degradê de leitura"/>
          <p:cNvSpPr/>
          <p:nvPr/>
        </p:nvSpPr>
        <p:spPr>
          <a:xfrm>
            <a:off x="0" y="6070015"/>
            <a:ext cx="6858000" cy="62865"/>
          </a:xfrm>
          <a:prstGeom prst="rect">
            <a:avLst/>
          </a:prstGeom>
          <a:solidFill>
            <a:srgbClr val="000000">
              <a:alpha val="7794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egradê de leitura"/>
          <p:cNvSpPr/>
          <p:nvPr/>
        </p:nvSpPr>
        <p:spPr>
          <a:xfrm>
            <a:off x="0" y="6131052"/>
            <a:ext cx="6858000" cy="62865"/>
          </a:xfrm>
          <a:prstGeom prst="rect">
            <a:avLst/>
          </a:prstGeom>
          <a:solidFill>
            <a:srgbClr val="000000">
              <a:alpha val="7851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Degradê de leitura"/>
          <p:cNvSpPr/>
          <p:nvPr/>
        </p:nvSpPr>
        <p:spPr>
          <a:xfrm>
            <a:off x="0" y="6192088"/>
            <a:ext cx="6858000" cy="62865"/>
          </a:xfrm>
          <a:prstGeom prst="rect">
            <a:avLst/>
          </a:prstGeom>
          <a:solidFill>
            <a:srgbClr val="000000">
              <a:alpha val="790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Degradê de leitura"/>
          <p:cNvSpPr/>
          <p:nvPr/>
        </p:nvSpPr>
        <p:spPr>
          <a:xfrm>
            <a:off x="0" y="6253124"/>
            <a:ext cx="6858000" cy="62865"/>
          </a:xfrm>
          <a:prstGeom prst="rect">
            <a:avLst/>
          </a:prstGeom>
          <a:solidFill>
            <a:srgbClr val="000000">
              <a:alpha val="7963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Degradê de leitura"/>
          <p:cNvSpPr/>
          <p:nvPr/>
        </p:nvSpPr>
        <p:spPr>
          <a:xfrm>
            <a:off x="0" y="6314160"/>
            <a:ext cx="6858000" cy="62865"/>
          </a:xfrm>
          <a:prstGeom prst="rect">
            <a:avLst/>
          </a:prstGeom>
          <a:solidFill>
            <a:srgbClr val="000000">
              <a:alpha val="8019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egradê de leitura"/>
          <p:cNvSpPr/>
          <p:nvPr/>
        </p:nvSpPr>
        <p:spPr>
          <a:xfrm>
            <a:off x="0" y="6375196"/>
            <a:ext cx="6858000" cy="62865"/>
          </a:xfrm>
          <a:prstGeom prst="rect">
            <a:avLst/>
          </a:prstGeom>
          <a:solidFill>
            <a:srgbClr val="000000">
              <a:alpha val="8074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Degradê de leitura"/>
          <p:cNvSpPr/>
          <p:nvPr/>
        </p:nvSpPr>
        <p:spPr>
          <a:xfrm>
            <a:off x="0" y="6436233"/>
            <a:ext cx="6858000" cy="62865"/>
          </a:xfrm>
          <a:prstGeom prst="rect">
            <a:avLst/>
          </a:prstGeom>
          <a:solidFill>
            <a:srgbClr val="000000">
              <a:alpha val="812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Degradê de leitura"/>
          <p:cNvSpPr/>
          <p:nvPr/>
        </p:nvSpPr>
        <p:spPr>
          <a:xfrm>
            <a:off x="0" y="6497269"/>
            <a:ext cx="6858000" cy="62865"/>
          </a:xfrm>
          <a:prstGeom prst="rect">
            <a:avLst/>
          </a:prstGeom>
          <a:solidFill>
            <a:srgbClr val="000000">
              <a:alpha val="818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Degradê de leitura"/>
          <p:cNvSpPr/>
          <p:nvPr/>
        </p:nvSpPr>
        <p:spPr>
          <a:xfrm>
            <a:off x="0" y="6558305"/>
            <a:ext cx="6858000" cy="62865"/>
          </a:xfrm>
          <a:prstGeom prst="rect">
            <a:avLst/>
          </a:prstGeom>
          <a:solidFill>
            <a:srgbClr val="000000">
              <a:alpha val="8238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Degradê de leitura"/>
          <p:cNvSpPr/>
          <p:nvPr/>
        </p:nvSpPr>
        <p:spPr>
          <a:xfrm>
            <a:off x="0" y="6619341"/>
            <a:ext cx="6858000" cy="62865"/>
          </a:xfrm>
          <a:prstGeom prst="rect">
            <a:avLst/>
          </a:prstGeom>
          <a:solidFill>
            <a:srgbClr val="000000">
              <a:alpha val="8291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Degradê de leitura"/>
          <p:cNvSpPr/>
          <p:nvPr/>
        </p:nvSpPr>
        <p:spPr>
          <a:xfrm>
            <a:off x="0" y="6680377"/>
            <a:ext cx="6858000" cy="62865"/>
          </a:xfrm>
          <a:prstGeom prst="rect">
            <a:avLst/>
          </a:prstGeom>
          <a:solidFill>
            <a:srgbClr val="000000">
              <a:alpha val="8345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Degradê de leitura"/>
          <p:cNvSpPr/>
          <p:nvPr/>
        </p:nvSpPr>
        <p:spPr>
          <a:xfrm>
            <a:off x="0" y="6741414"/>
            <a:ext cx="6858000" cy="62865"/>
          </a:xfrm>
          <a:prstGeom prst="rect">
            <a:avLst/>
          </a:prstGeom>
          <a:solidFill>
            <a:srgbClr val="000000">
              <a:alpha val="8398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Degradê de leitura"/>
          <p:cNvSpPr/>
          <p:nvPr/>
        </p:nvSpPr>
        <p:spPr>
          <a:xfrm>
            <a:off x="0" y="6802450"/>
            <a:ext cx="6858000" cy="62865"/>
          </a:xfrm>
          <a:prstGeom prst="rect">
            <a:avLst/>
          </a:prstGeom>
          <a:solidFill>
            <a:srgbClr val="000000">
              <a:alpha val="8450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Degradê de leitura"/>
          <p:cNvSpPr/>
          <p:nvPr/>
        </p:nvSpPr>
        <p:spPr>
          <a:xfrm>
            <a:off x="0" y="6863486"/>
            <a:ext cx="6858000" cy="62865"/>
          </a:xfrm>
          <a:prstGeom prst="rect">
            <a:avLst/>
          </a:prstGeom>
          <a:solidFill>
            <a:srgbClr val="000000">
              <a:alpha val="850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Degradê de leitura"/>
          <p:cNvSpPr/>
          <p:nvPr/>
        </p:nvSpPr>
        <p:spPr>
          <a:xfrm>
            <a:off x="0" y="6924522"/>
            <a:ext cx="6858000" cy="62865"/>
          </a:xfrm>
          <a:prstGeom prst="rect">
            <a:avLst/>
          </a:prstGeom>
          <a:solidFill>
            <a:srgbClr val="000000">
              <a:alpha val="8554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Degradê de leitura"/>
          <p:cNvSpPr/>
          <p:nvPr/>
        </p:nvSpPr>
        <p:spPr>
          <a:xfrm>
            <a:off x="0" y="6985558"/>
            <a:ext cx="6858000" cy="62865"/>
          </a:xfrm>
          <a:prstGeom prst="rect">
            <a:avLst/>
          </a:prstGeom>
          <a:solidFill>
            <a:srgbClr val="000000">
              <a:alpha val="8606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Degradê de leitura"/>
          <p:cNvSpPr/>
          <p:nvPr/>
        </p:nvSpPr>
        <p:spPr>
          <a:xfrm>
            <a:off x="0" y="7046595"/>
            <a:ext cx="6858000" cy="62865"/>
          </a:xfrm>
          <a:prstGeom prst="rect">
            <a:avLst/>
          </a:prstGeom>
          <a:solidFill>
            <a:srgbClr val="000000">
              <a:alpha val="8657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Degradê de leitura"/>
          <p:cNvSpPr/>
          <p:nvPr/>
        </p:nvSpPr>
        <p:spPr>
          <a:xfrm>
            <a:off x="0" y="7107631"/>
            <a:ext cx="6858000" cy="62865"/>
          </a:xfrm>
          <a:prstGeom prst="rect">
            <a:avLst/>
          </a:prstGeom>
          <a:solidFill>
            <a:srgbClr val="000000">
              <a:alpha val="8708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Degradê de leitura"/>
          <p:cNvSpPr/>
          <p:nvPr/>
        </p:nvSpPr>
        <p:spPr>
          <a:xfrm>
            <a:off x="0" y="7168667"/>
            <a:ext cx="6858000" cy="62865"/>
          </a:xfrm>
          <a:prstGeom prst="rect">
            <a:avLst/>
          </a:prstGeom>
          <a:solidFill>
            <a:srgbClr val="000000">
              <a:alpha val="8758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Degradê de leitura"/>
          <p:cNvSpPr/>
          <p:nvPr/>
        </p:nvSpPr>
        <p:spPr>
          <a:xfrm>
            <a:off x="0" y="7229703"/>
            <a:ext cx="6858000" cy="62865"/>
          </a:xfrm>
          <a:prstGeom prst="rect">
            <a:avLst/>
          </a:prstGeom>
          <a:solidFill>
            <a:srgbClr val="000000">
              <a:alpha val="8808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Degradê de leitura"/>
          <p:cNvSpPr/>
          <p:nvPr/>
        </p:nvSpPr>
        <p:spPr>
          <a:xfrm>
            <a:off x="0" y="7290739"/>
            <a:ext cx="6858000" cy="62865"/>
          </a:xfrm>
          <a:prstGeom prst="rect">
            <a:avLst/>
          </a:prstGeom>
          <a:solidFill>
            <a:srgbClr val="000000">
              <a:alpha val="8858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Degradê de leitura"/>
          <p:cNvSpPr/>
          <p:nvPr/>
        </p:nvSpPr>
        <p:spPr>
          <a:xfrm>
            <a:off x="0" y="7351775"/>
            <a:ext cx="6858000" cy="62865"/>
          </a:xfrm>
          <a:prstGeom prst="rect">
            <a:avLst/>
          </a:prstGeom>
          <a:solidFill>
            <a:srgbClr val="000000">
              <a:alpha val="890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egradê de leitura"/>
          <p:cNvSpPr/>
          <p:nvPr/>
        </p:nvSpPr>
        <p:spPr>
          <a:xfrm>
            <a:off x="0" y="7412812"/>
            <a:ext cx="6858000" cy="62865"/>
          </a:xfrm>
          <a:prstGeom prst="rect">
            <a:avLst/>
          </a:prstGeom>
          <a:solidFill>
            <a:srgbClr val="000000">
              <a:alpha val="8957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egradê de leitura"/>
          <p:cNvSpPr/>
          <p:nvPr/>
        </p:nvSpPr>
        <p:spPr>
          <a:xfrm>
            <a:off x="0" y="7473848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egradê de leitura"/>
          <p:cNvSpPr/>
          <p:nvPr/>
        </p:nvSpPr>
        <p:spPr>
          <a:xfrm>
            <a:off x="0" y="7534884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egradê de leitura"/>
          <p:cNvSpPr/>
          <p:nvPr/>
        </p:nvSpPr>
        <p:spPr>
          <a:xfrm>
            <a:off x="0" y="7595920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Degradê de leitura"/>
          <p:cNvSpPr/>
          <p:nvPr/>
        </p:nvSpPr>
        <p:spPr>
          <a:xfrm>
            <a:off x="0" y="7656957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egradê de leitura"/>
          <p:cNvSpPr/>
          <p:nvPr/>
        </p:nvSpPr>
        <p:spPr>
          <a:xfrm>
            <a:off x="0" y="7717993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Degradê de leitura"/>
          <p:cNvSpPr/>
          <p:nvPr/>
        </p:nvSpPr>
        <p:spPr>
          <a:xfrm>
            <a:off x="0" y="7779029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Degradê de leitura"/>
          <p:cNvSpPr/>
          <p:nvPr/>
        </p:nvSpPr>
        <p:spPr>
          <a:xfrm>
            <a:off x="0" y="7840065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Degradê de leitura"/>
          <p:cNvSpPr/>
          <p:nvPr/>
        </p:nvSpPr>
        <p:spPr>
          <a:xfrm>
            <a:off x="0" y="7901101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Degradê de leitura"/>
          <p:cNvSpPr/>
          <p:nvPr/>
        </p:nvSpPr>
        <p:spPr>
          <a:xfrm>
            <a:off x="0" y="7962138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Degradê de leitura"/>
          <p:cNvSpPr/>
          <p:nvPr/>
        </p:nvSpPr>
        <p:spPr>
          <a:xfrm>
            <a:off x="0" y="8023174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Degradê de leitura"/>
          <p:cNvSpPr/>
          <p:nvPr/>
        </p:nvSpPr>
        <p:spPr>
          <a:xfrm>
            <a:off x="0" y="8084210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Degradê de leitura"/>
          <p:cNvSpPr/>
          <p:nvPr/>
        </p:nvSpPr>
        <p:spPr>
          <a:xfrm>
            <a:off x="0" y="8145246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Degradê de leitura"/>
          <p:cNvSpPr/>
          <p:nvPr/>
        </p:nvSpPr>
        <p:spPr>
          <a:xfrm>
            <a:off x="0" y="8206282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Degradê de leitura"/>
          <p:cNvSpPr/>
          <p:nvPr/>
        </p:nvSpPr>
        <p:spPr>
          <a:xfrm>
            <a:off x="0" y="8267319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Degradê de leitura"/>
          <p:cNvSpPr/>
          <p:nvPr/>
        </p:nvSpPr>
        <p:spPr>
          <a:xfrm>
            <a:off x="0" y="8328355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Degradê de leitura"/>
          <p:cNvSpPr/>
          <p:nvPr/>
        </p:nvSpPr>
        <p:spPr>
          <a:xfrm>
            <a:off x="0" y="8389391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Degradê de leitura"/>
          <p:cNvSpPr/>
          <p:nvPr/>
        </p:nvSpPr>
        <p:spPr>
          <a:xfrm>
            <a:off x="0" y="8450427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Degradê de leitura"/>
          <p:cNvSpPr/>
          <p:nvPr/>
        </p:nvSpPr>
        <p:spPr>
          <a:xfrm>
            <a:off x="0" y="8511463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raço vermelho"/>
          <p:cNvSpPr/>
          <p:nvPr/>
        </p:nvSpPr>
        <p:spPr>
          <a:xfrm rot="20040000">
            <a:off x="6327648" y="3182112"/>
            <a:ext cx="530352" cy="32004"/>
          </a:xfrm>
          <a:prstGeom prst="rect">
            <a:avLst/>
          </a:prstGeom>
          <a:solidFill>
            <a:srgbClr val="FF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ítulo editável"/>
          <p:cNvSpPr txBox="1"/>
          <p:nvPr/>
        </p:nvSpPr>
        <p:spPr>
          <a:xfrm>
            <a:off x="457200" y="3063240"/>
            <a:ext cx="5943600" cy="2697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6864"/>
              </a:lnSpc>
              <a:spcBef>
                <a:spcPts val="0"/>
              </a:spcBef>
              <a:spcAft>
                <a:spcPts val="0"/>
              </a:spcAft>
            </a:pPr>
            <a:r>
              <a:rPr sz="6600" b="0">
                <a:solidFill>
                  <a:srgbClr val="FFFFFF"/>
                </a:solidFill>
                <a:latin typeface="Barlow Condensed Black"/>
              </a:rPr>
              <a:t>PURA VIDA</a:t>
            </a:r>
          </a:p>
          <a:p>
            <a:pPr>
              <a:lnSpc>
                <a:spcPts val="6864"/>
              </a:lnSpc>
              <a:spcBef>
                <a:spcPts val="0"/>
              </a:spcBef>
              <a:spcAft>
                <a:spcPts val="0"/>
              </a:spcAft>
            </a:pPr>
            <a:r>
              <a:rPr sz="6600" b="0">
                <a:solidFill>
                  <a:srgbClr val="FFFFFF"/>
                </a:solidFill>
                <a:latin typeface="Barlow Condensed Black"/>
              </a:rPr>
              <a:t>TEM NA</a:t>
            </a:r>
          </a:p>
          <a:p>
            <a:pPr>
              <a:lnSpc>
                <a:spcPts val="6864"/>
              </a:lnSpc>
              <a:spcBef>
                <a:spcPts val="0"/>
              </a:spcBef>
              <a:spcAft>
                <a:spcPts val="0"/>
              </a:spcAft>
            </a:pPr>
            <a:r>
              <a:rPr sz="6600" b="0">
                <a:solidFill>
                  <a:srgbClr val="FFFFFF"/>
                </a:solidFill>
                <a:latin typeface="Barlow Condensed Black"/>
              </a:rPr>
              <a:t>CENTRAL.</a:t>
            </a:r>
          </a:p>
        </p:txBody>
      </p:sp>
      <p:sp>
        <p:nvSpPr>
          <p:cNvPr id="106" name="Destaque editável"/>
          <p:cNvSpPr txBox="1"/>
          <p:nvPr/>
        </p:nvSpPr>
        <p:spPr>
          <a:xfrm>
            <a:off x="457200" y="5742432"/>
            <a:ext cx="594360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496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1427"/>
                </a:solidFill>
                <a:latin typeface="Barlow Condensed Black"/>
              </a:rPr>
              <a:t>VITAMINAS E SUPLEMENTOS</a:t>
            </a:r>
          </a:p>
        </p:txBody>
      </p:sp>
      <p:sp>
        <p:nvSpPr>
          <p:cNvPr id="107" name="Explicação editável"/>
          <p:cNvSpPr txBox="1"/>
          <p:nvPr/>
        </p:nvSpPr>
        <p:spPr>
          <a:xfrm>
            <a:off x="457200" y="6254496"/>
            <a:ext cx="5943600" cy="137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048"/>
              </a:lnSpc>
              <a:spcBef>
                <a:spcPts val="0"/>
              </a:spcBef>
              <a:spcAft>
                <a:spcPts val="0"/>
              </a:spcAft>
            </a:pPr>
            <a:r>
              <a:rPr sz="1970" b="1">
                <a:solidFill>
                  <a:srgbClr val="FFFFFF"/>
                </a:solidFill>
                <a:latin typeface="Inter"/>
              </a:rPr>
              <a:t>Conheça as opções da marca.</a:t>
            </a:r>
          </a:p>
          <a:p>
            <a:pPr>
              <a:lnSpc>
                <a:spcPts val="2048"/>
              </a:lnSpc>
              <a:spcBef>
                <a:spcPts val="0"/>
              </a:spcBef>
              <a:spcAft>
                <a:spcPts val="0"/>
              </a:spcAft>
            </a:pPr>
            <a:r>
              <a:rPr sz="1970" b="1">
                <a:solidFill>
                  <a:srgbClr val="FFFFFF"/>
                </a:solidFill>
                <a:latin typeface="Inter"/>
              </a:rPr>
              <a:t>Consulte apresentações e valores</a:t>
            </a:r>
          </a:p>
          <a:p>
            <a:pPr>
              <a:lnSpc>
                <a:spcPts val="2048"/>
              </a:lnSpc>
              <a:spcBef>
                <a:spcPts val="0"/>
              </a:spcBef>
              <a:spcAft>
                <a:spcPts val="0"/>
              </a:spcAft>
            </a:pPr>
            <a:r>
              <a:rPr sz="1970" b="1">
                <a:solidFill>
                  <a:srgbClr val="FFFFFF"/>
                </a:solidFill>
                <a:latin typeface="Inter"/>
              </a:rPr>
              <a:t>pelo WhatsApp.</a:t>
            </a:r>
          </a:p>
        </p:txBody>
      </p:sp>
      <p:sp>
        <p:nvSpPr>
          <p:cNvPr id="108" name="Chamada vermelha editável"/>
          <p:cNvSpPr/>
          <p:nvPr/>
        </p:nvSpPr>
        <p:spPr>
          <a:xfrm>
            <a:off x="457200" y="7543800"/>
            <a:ext cx="5943600" cy="530352"/>
          </a:xfrm>
          <a:prstGeom prst="roundRect">
            <a:avLst>
              <a:gd name="adj" fmla="val 50000"/>
            </a:avLst>
          </a:prstGeom>
          <a:solidFill>
            <a:srgbClr val="FF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Chamada editável"/>
          <p:cNvSpPr txBox="1"/>
          <p:nvPr/>
        </p:nvSpPr>
        <p:spPr>
          <a:xfrm>
            <a:off x="713232" y="7671816"/>
            <a:ext cx="544068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768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Barlow Condensed Black"/>
              </a:rPr>
              <a:t>WHATSAPP • LINK NA BIO</a:t>
            </a:r>
          </a:p>
        </p:txBody>
      </p:sp>
      <p:sp>
        <p:nvSpPr>
          <p:cNvPr id="110" name="Página"/>
          <p:cNvSpPr txBox="1"/>
          <p:nvPr/>
        </p:nvSpPr>
        <p:spPr>
          <a:xfrm>
            <a:off x="457200" y="8266175"/>
            <a:ext cx="9144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967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FFFFFF"/>
                </a:solidFill>
                <a:latin typeface="Barlow Condensed Black"/>
              </a:rPr>
              <a:t>06 / 06</a:t>
            </a:r>
          </a:p>
        </p:txBody>
      </p:sp>
      <p:sp>
        <p:nvSpPr>
          <p:cNvPr id="111" name="Indicador de sequência"/>
          <p:cNvSpPr/>
          <p:nvPr/>
        </p:nvSpPr>
        <p:spPr>
          <a:xfrm>
            <a:off x="5413248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Indicador de sequência"/>
          <p:cNvSpPr/>
          <p:nvPr/>
        </p:nvSpPr>
        <p:spPr>
          <a:xfrm>
            <a:off x="5586984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Indicador de sequência"/>
          <p:cNvSpPr/>
          <p:nvPr/>
        </p:nvSpPr>
        <p:spPr>
          <a:xfrm>
            <a:off x="5760720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Indicador de sequência"/>
          <p:cNvSpPr/>
          <p:nvPr/>
        </p:nvSpPr>
        <p:spPr>
          <a:xfrm>
            <a:off x="5934456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Indicador de sequência"/>
          <p:cNvSpPr/>
          <p:nvPr/>
        </p:nvSpPr>
        <p:spPr>
          <a:xfrm>
            <a:off x="6108192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Indicador de sequência"/>
          <p:cNvSpPr/>
          <p:nvPr/>
        </p:nvSpPr>
        <p:spPr>
          <a:xfrm>
            <a:off x="6281928" y="8284464"/>
            <a:ext cx="64008" cy="64008"/>
          </a:xfrm>
          <a:prstGeom prst="ellipse">
            <a:avLst/>
          </a:prstGeom>
          <a:solidFill>
            <a:srgbClr val="FF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Central Suplementos — Vitaminas: C, D ou B12?</dc:title>
  <dc:subject>Carrossel editável para Instagram; fotos e textos separados.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